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 id="2147483654" r:id="rId7"/>
    <p:sldMasterId id="2147483659"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Lst>
  <p:sldSz cy="10287000" cx="18288000"/>
  <p:notesSz cx="6858000" cy="9144000"/>
  <p:embeddedFontLst>
    <p:embeddedFont>
      <p:font typeface="Garamond"/>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9" roundtripDataSignature="AMtx7misS3ArfUBWWsdhLWt4bdLcgd7N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77F48C-0A6A-491C-9189-36626E543580}">
  <a:tblStyle styleId="{BA77F48C-0A6A-491C-9189-36626E54358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font" Target="fonts/Garamond-regular.fntdata"/><Relationship Id="rId10" Type="http://schemas.openxmlformats.org/officeDocument/2006/relationships/slide" Target="slides/slide1.xml"/><Relationship Id="rId54" Type="http://schemas.openxmlformats.org/officeDocument/2006/relationships/slide" Target="slides/slide45.xml"/><Relationship Id="rId13" Type="http://schemas.openxmlformats.org/officeDocument/2006/relationships/slide" Target="slides/slide4.xml"/><Relationship Id="rId57" Type="http://schemas.openxmlformats.org/officeDocument/2006/relationships/font" Target="fonts/Garamond-italic.fntdata"/><Relationship Id="rId12" Type="http://schemas.openxmlformats.org/officeDocument/2006/relationships/slide" Target="slides/slide3.xml"/><Relationship Id="rId56" Type="http://schemas.openxmlformats.org/officeDocument/2006/relationships/font" Target="fonts/Garamond-bold.fntdata"/><Relationship Id="rId15" Type="http://schemas.openxmlformats.org/officeDocument/2006/relationships/slide" Target="slides/slide6.xml"/><Relationship Id="rId59" Type="http://customschemas.google.com/relationships/presentationmetadata" Target="metadata"/><Relationship Id="rId14" Type="http://schemas.openxmlformats.org/officeDocument/2006/relationships/slide" Target="slides/slide5.xml"/><Relationship Id="rId58" Type="http://schemas.openxmlformats.org/officeDocument/2006/relationships/font" Target="fonts/Garamond-boldItalic.fntdata"/><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20428a92b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20428a92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20428a92b0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20428a92b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47"/>
          <p:cNvGrpSpPr/>
          <p:nvPr/>
        </p:nvGrpSpPr>
        <p:grpSpPr>
          <a:xfrm>
            <a:off x="-25401" y="0"/>
            <a:ext cx="18346740" cy="10284321"/>
            <a:chOff x="-25401" y="0"/>
            <a:chExt cx="18346740" cy="10284321"/>
          </a:xfrm>
        </p:grpSpPr>
        <p:pic>
          <p:nvPicPr>
            <p:cNvPr descr="HD-PanelTitleR1.png" id="28" name="Google Shape;28;p47"/>
            <p:cNvPicPr preferRelativeResize="0"/>
            <p:nvPr/>
          </p:nvPicPr>
          <p:blipFill rotWithShape="1">
            <a:blip r:embed="rId2">
              <a:alphaModFix/>
            </a:blip>
            <a:srcRect b="0" l="0" r="0" t="0"/>
            <a:stretch/>
          </p:blipFill>
          <p:spPr>
            <a:xfrm>
              <a:off x="0" y="0"/>
              <a:ext cx="18283237" cy="10284321"/>
            </a:xfrm>
            <a:prstGeom prst="rect">
              <a:avLst/>
            </a:prstGeom>
            <a:noFill/>
            <a:ln>
              <a:noFill/>
            </a:ln>
          </p:spPr>
        </p:pic>
        <p:sp>
          <p:nvSpPr>
            <p:cNvPr id="29" name="Google Shape;29;p47"/>
            <p:cNvSpPr/>
            <p:nvPr/>
          </p:nvSpPr>
          <p:spPr>
            <a:xfrm>
              <a:off x="3492498" y="2311396"/>
              <a:ext cx="11315703" cy="5753101"/>
            </a:xfrm>
            <a:prstGeom prst="rect">
              <a:avLst/>
            </a:prstGeom>
            <a:noFill/>
            <a:ln cap="flat" cmpd="sng" w="15875">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dk1"/>
                </a:solidFill>
                <a:latin typeface="Garamond"/>
                <a:ea typeface="Garamond"/>
                <a:cs typeface="Garamond"/>
                <a:sym typeface="Garamond"/>
              </a:endParaRPr>
            </a:p>
          </p:txBody>
        </p:sp>
        <p:pic>
          <p:nvPicPr>
            <p:cNvPr descr="HDRibbonTitle-UniformTrim.png" id="30" name="Google Shape;30;p47"/>
            <p:cNvPicPr preferRelativeResize="0"/>
            <p:nvPr/>
          </p:nvPicPr>
          <p:blipFill rotWithShape="1">
            <a:blip r:embed="rId3">
              <a:alphaModFix/>
            </a:blip>
            <a:srcRect b="0" l="0" r="0" t="0"/>
            <a:stretch/>
          </p:blipFill>
          <p:spPr>
            <a:xfrm>
              <a:off x="-25401" y="4721413"/>
              <a:ext cx="3717036" cy="918972"/>
            </a:xfrm>
            <a:prstGeom prst="rect">
              <a:avLst/>
            </a:prstGeom>
            <a:noFill/>
            <a:ln>
              <a:noFill/>
            </a:ln>
          </p:spPr>
        </p:pic>
        <p:pic>
          <p:nvPicPr>
            <p:cNvPr descr="HDRibbonTitle-UniformTrim.png" id="31" name="Google Shape;31;p47"/>
            <p:cNvPicPr preferRelativeResize="0"/>
            <p:nvPr/>
          </p:nvPicPr>
          <p:blipFill rotWithShape="1">
            <a:blip r:embed="rId3">
              <a:alphaModFix/>
            </a:blip>
            <a:srcRect b="0" l="0" r="0" t="0"/>
            <a:stretch/>
          </p:blipFill>
          <p:spPr>
            <a:xfrm>
              <a:off x="14604303" y="4721413"/>
              <a:ext cx="3717036" cy="918972"/>
            </a:xfrm>
            <a:prstGeom prst="rect">
              <a:avLst/>
            </a:prstGeom>
            <a:noFill/>
            <a:ln>
              <a:noFill/>
            </a:ln>
          </p:spPr>
        </p:pic>
      </p:grpSp>
      <p:sp>
        <p:nvSpPr>
          <p:cNvPr id="32" name="Google Shape;32;p47"/>
          <p:cNvSpPr txBox="1"/>
          <p:nvPr>
            <p:ph type="ctrTitle"/>
          </p:nvPr>
        </p:nvSpPr>
        <p:spPr>
          <a:xfrm>
            <a:off x="4038597" y="2806696"/>
            <a:ext cx="10223503" cy="2273299"/>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8100"/>
              <a:buFont typeface="Garamond"/>
              <a:buNone/>
              <a:defRPr sz="81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7"/>
          <p:cNvSpPr txBox="1"/>
          <p:nvPr>
            <p:ph idx="1" type="subTitle"/>
          </p:nvPr>
        </p:nvSpPr>
        <p:spPr>
          <a:xfrm>
            <a:off x="4038597" y="5486395"/>
            <a:ext cx="10223503" cy="1981203"/>
          </a:xfrm>
          <a:prstGeom prst="rect">
            <a:avLst/>
          </a:prstGeom>
          <a:noFill/>
          <a:ln>
            <a:noFill/>
          </a:ln>
        </p:spPr>
        <p:txBody>
          <a:bodyPr anchorCtr="0" anchor="t" bIns="45700" lIns="91425" spcFirstLastPara="1" rIns="91425" wrap="square" tIns="45700">
            <a:normAutofit/>
          </a:bodyPr>
          <a:lstStyle>
            <a:lvl1pPr lvl="0" algn="ctr">
              <a:spcBef>
                <a:spcPts val="630"/>
              </a:spcBef>
              <a:spcAft>
                <a:spcPts val="0"/>
              </a:spcAft>
              <a:buSzPts val="3622"/>
              <a:buNone/>
              <a:defRPr sz="3150">
                <a:solidFill>
                  <a:schemeClr val="dk1"/>
                </a:solidFill>
              </a:defRPr>
            </a:lvl1pPr>
            <a:lvl2pPr lvl="1" algn="ctr">
              <a:spcBef>
                <a:spcPts val="600"/>
              </a:spcBef>
              <a:spcAft>
                <a:spcPts val="0"/>
              </a:spcAft>
              <a:buSzPts val="3450"/>
              <a:buNone/>
              <a:defRPr>
                <a:solidFill>
                  <a:srgbClr val="888888"/>
                </a:solidFill>
              </a:defRPr>
            </a:lvl2pPr>
            <a:lvl3pPr lvl="2" algn="ctr">
              <a:spcBef>
                <a:spcPts val="600"/>
              </a:spcBef>
              <a:spcAft>
                <a:spcPts val="0"/>
              </a:spcAft>
              <a:buSzPts val="3105"/>
              <a:buNone/>
              <a:defRPr>
                <a:solidFill>
                  <a:srgbClr val="888888"/>
                </a:solidFill>
              </a:defRPr>
            </a:lvl3pPr>
            <a:lvl4pPr lvl="3" algn="ctr">
              <a:spcBef>
                <a:spcPts val="600"/>
              </a:spcBef>
              <a:spcAft>
                <a:spcPts val="0"/>
              </a:spcAft>
              <a:buSzPts val="2760"/>
              <a:buNone/>
              <a:defRPr>
                <a:solidFill>
                  <a:srgbClr val="888888"/>
                </a:solidFill>
              </a:defRPr>
            </a:lvl4pPr>
            <a:lvl5pPr lvl="4" algn="ctr">
              <a:spcBef>
                <a:spcPts val="600"/>
              </a:spcBef>
              <a:spcAft>
                <a:spcPts val="0"/>
              </a:spcAft>
              <a:buSzPts val="2415"/>
              <a:buNone/>
              <a:defRPr>
                <a:solidFill>
                  <a:srgbClr val="888888"/>
                </a:solidFill>
              </a:defRPr>
            </a:lvl5pPr>
            <a:lvl6pPr lvl="5" algn="ctr">
              <a:spcBef>
                <a:spcPts val="600"/>
              </a:spcBef>
              <a:spcAft>
                <a:spcPts val="0"/>
              </a:spcAft>
              <a:buSzPts val="2415"/>
              <a:buNone/>
              <a:defRPr>
                <a:solidFill>
                  <a:srgbClr val="888888"/>
                </a:solidFill>
              </a:defRPr>
            </a:lvl6pPr>
            <a:lvl7pPr lvl="6" algn="ctr">
              <a:spcBef>
                <a:spcPts val="600"/>
              </a:spcBef>
              <a:spcAft>
                <a:spcPts val="0"/>
              </a:spcAft>
              <a:buSzPts val="2415"/>
              <a:buNone/>
              <a:defRPr>
                <a:solidFill>
                  <a:srgbClr val="888888"/>
                </a:solidFill>
              </a:defRPr>
            </a:lvl7pPr>
            <a:lvl8pPr lvl="7" algn="ctr">
              <a:spcBef>
                <a:spcPts val="600"/>
              </a:spcBef>
              <a:spcAft>
                <a:spcPts val="0"/>
              </a:spcAft>
              <a:buSzPts val="2415"/>
              <a:buNone/>
              <a:defRPr>
                <a:solidFill>
                  <a:srgbClr val="888888"/>
                </a:solidFill>
              </a:defRPr>
            </a:lvl8pPr>
            <a:lvl9pPr lvl="8" algn="ctr">
              <a:spcBef>
                <a:spcPts val="600"/>
              </a:spcBef>
              <a:spcAft>
                <a:spcPts val="600"/>
              </a:spcAft>
              <a:buSzPts val="2415"/>
              <a:buNone/>
              <a:defRPr>
                <a:solidFill>
                  <a:srgbClr val="888888"/>
                </a:solidFill>
              </a:defRPr>
            </a:lvl9pPr>
          </a:lstStyle>
          <a:p/>
        </p:txBody>
      </p:sp>
      <p:sp>
        <p:nvSpPr>
          <p:cNvPr id="34" name="Google Shape;34;p47"/>
          <p:cNvSpPr txBox="1"/>
          <p:nvPr>
            <p:ph idx="10" type="dt"/>
          </p:nvPr>
        </p:nvSpPr>
        <p:spPr>
          <a:xfrm>
            <a:off x="11974848" y="7556494"/>
            <a:ext cx="1346200" cy="419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7"/>
          <p:cNvSpPr txBox="1"/>
          <p:nvPr>
            <p:ph idx="11" type="ftr"/>
          </p:nvPr>
        </p:nvSpPr>
        <p:spPr>
          <a:xfrm>
            <a:off x="4038595" y="7556494"/>
            <a:ext cx="7821952" cy="41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7"/>
          <p:cNvSpPr txBox="1"/>
          <p:nvPr>
            <p:ph idx="12" type="sldNum"/>
          </p:nvPr>
        </p:nvSpPr>
        <p:spPr>
          <a:xfrm>
            <a:off x="13435350" y="7556494"/>
            <a:ext cx="826750" cy="419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7" name="Google Shape;37;p47"/>
          <p:cNvCxnSpPr/>
          <p:nvPr/>
        </p:nvCxnSpPr>
        <p:spPr>
          <a:xfrm>
            <a:off x="4038598" y="5283196"/>
            <a:ext cx="10223502"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8" name="Shape 38"/>
        <p:cNvGrpSpPr/>
        <p:nvPr/>
      </p:nvGrpSpPr>
      <p:grpSpPr>
        <a:xfrm>
          <a:off x="0" y="0"/>
          <a:ext cx="0" cy="0"/>
          <a:chOff x="0" y="0"/>
          <a:chExt cx="0" cy="0"/>
        </a:xfrm>
      </p:grpSpPr>
      <p:cxnSp>
        <p:nvCxnSpPr>
          <p:cNvPr id="39" name="Google Shape;39;p48"/>
          <p:cNvCxnSpPr/>
          <p:nvPr/>
        </p:nvCxnSpPr>
        <p:spPr>
          <a:xfrm>
            <a:off x="2094253" y="3632199"/>
            <a:ext cx="14110947" cy="0"/>
          </a:xfrm>
          <a:prstGeom prst="straightConnector1">
            <a:avLst/>
          </a:prstGeom>
          <a:noFill/>
          <a:ln cap="flat" cmpd="sng" w="15875">
            <a:solidFill>
              <a:schemeClr val="accent1"/>
            </a:solidFill>
            <a:prstDash val="solid"/>
            <a:round/>
            <a:headEnd len="sm" w="sm" type="none"/>
            <a:tailEnd len="sm" w="sm" type="none"/>
          </a:ln>
        </p:spPr>
      </p:cxnSp>
      <p:sp>
        <p:nvSpPr>
          <p:cNvPr id="40" name="Google Shape;40;p48"/>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8"/>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42" name="Google Shape;42;p48"/>
          <p:cNvSpPr txBox="1"/>
          <p:nvPr>
            <p:ph idx="10" type="dt"/>
          </p:nvPr>
        </p:nvSpPr>
        <p:spPr>
          <a:xfrm>
            <a:off x="13016251" y="8953500"/>
            <a:ext cx="2400300" cy="419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8"/>
          <p:cNvSpPr txBox="1"/>
          <p:nvPr>
            <p:ph idx="11" type="ftr"/>
          </p:nvPr>
        </p:nvSpPr>
        <p:spPr>
          <a:xfrm>
            <a:off x="1943101" y="8953500"/>
            <a:ext cx="10958850" cy="41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8"/>
          <p:cNvSpPr txBox="1"/>
          <p:nvPr>
            <p:ph idx="12" type="sldNum"/>
          </p:nvPr>
        </p:nvSpPr>
        <p:spPr>
          <a:xfrm>
            <a:off x="15530851" y="8953500"/>
            <a:ext cx="814045" cy="419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49"/>
          <p:cNvSpPr txBox="1"/>
          <p:nvPr>
            <p:ph idx="10" type="dt"/>
          </p:nvPr>
        </p:nvSpPr>
        <p:spPr>
          <a:xfrm>
            <a:off x="13016251" y="8953500"/>
            <a:ext cx="2400300" cy="419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9"/>
          <p:cNvSpPr txBox="1"/>
          <p:nvPr>
            <p:ph idx="11" type="ftr"/>
          </p:nvPr>
        </p:nvSpPr>
        <p:spPr>
          <a:xfrm>
            <a:off x="1943101" y="8953500"/>
            <a:ext cx="10958850" cy="41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9"/>
          <p:cNvSpPr txBox="1"/>
          <p:nvPr>
            <p:ph idx="12" type="sldNum"/>
          </p:nvPr>
        </p:nvSpPr>
        <p:spPr>
          <a:xfrm>
            <a:off x="15530851" y="8953500"/>
            <a:ext cx="814045" cy="419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60" name="Shape 60"/>
        <p:cNvGrpSpPr/>
        <p:nvPr/>
      </p:nvGrpSpPr>
      <p:grpSpPr>
        <a:xfrm>
          <a:off x="0" y="0"/>
          <a:ext cx="0" cy="0"/>
          <a:chOff x="0" y="0"/>
          <a:chExt cx="0" cy="0"/>
        </a:xfrm>
      </p:grpSpPr>
      <p:grpSp>
        <p:nvGrpSpPr>
          <p:cNvPr id="61" name="Google Shape;61;p51"/>
          <p:cNvGrpSpPr/>
          <p:nvPr/>
        </p:nvGrpSpPr>
        <p:grpSpPr>
          <a:xfrm>
            <a:off x="-25401" y="0"/>
            <a:ext cx="18346740" cy="10284321"/>
            <a:chOff x="-25401" y="0"/>
            <a:chExt cx="18346740" cy="10284321"/>
          </a:xfrm>
        </p:grpSpPr>
        <p:pic>
          <p:nvPicPr>
            <p:cNvPr descr="HD-PanelTitleR1.png" id="62" name="Google Shape;62;p51"/>
            <p:cNvPicPr preferRelativeResize="0"/>
            <p:nvPr/>
          </p:nvPicPr>
          <p:blipFill rotWithShape="1">
            <a:blip r:embed="rId2">
              <a:alphaModFix/>
            </a:blip>
            <a:srcRect b="0" l="0" r="0" t="0"/>
            <a:stretch/>
          </p:blipFill>
          <p:spPr>
            <a:xfrm>
              <a:off x="0" y="0"/>
              <a:ext cx="18283237" cy="10284321"/>
            </a:xfrm>
            <a:prstGeom prst="rect">
              <a:avLst/>
            </a:prstGeom>
            <a:noFill/>
            <a:ln>
              <a:noFill/>
            </a:ln>
          </p:spPr>
        </p:pic>
        <p:sp>
          <p:nvSpPr>
            <p:cNvPr id="63" name="Google Shape;63;p51"/>
            <p:cNvSpPr/>
            <p:nvPr/>
          </p:nvSpPr>
          <p:spPr>
            <a:xfrm>
              <a:off x="3492498" y="2311396"/>
              <a:ext cx="11315703" cy="5753101"/>
            </a:xfrm>
            <a:prstGeom prst="rect">
              <a:avLst/>
            </a:prstGeom>
            <a:noFill/>
            <a:ln cap="flat" cmpd="sng" w="15875">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dk1"/>
                </a:solidFill>
                <a:latin typeface="Garamond"/>
                <a:ea typeface="Garamond"/>
                <a:cs typeface="Garamond"/>
                <a:sym typeface="Garamond"/>
              </a:endParaRPr>
            </a:p>
          </p:txBody>
        </p:sp>
        <p:pic>
          <p:nvPicPr>
            <p:cNvPr descr="HDRibbonTitle-UniformTrim.png" id="64" name="Google Shape;64;p51"/>
            <p:cNvPicPr preferRelativeResize="0"/>
            <p:nvPr/>
          </p:nvPicPr>
          <p:blipFill rotWithShape="1">
            <a:blip r:embed="rId3">
              <a:alphaModFix/>
            </a:blip>
            <a:srcRect b="0" l="0" r="0" t="0"/>
            <a:stretch/>
          </p:blipFill>
          <p:spPr>
            <a:xfrm>
              <a:off x="-25401" y="4721413"/>
              <a:ext cx="3717036" cy="918972"/>
            </a:xfrm>
            <a:prstGeom prst="rect">
              <a:avLst/>
            </a:prstGeom>
            <a:noFill/>
            <a:ln>
              <a:noFill/>
            </a:ln>
          </p:spPr>
        </p:pic>
        <p:pic>
          <p:nvPicPr>
            <p:cNvPr descr="HDRibbonTitle-UniformTrim.png" id="65" name="Google Shape;65;p51"/>
            <p:cNvPicPr preferRelativeResize="0"/>
            <p:nvPr/>
          </p:nvPicPr>
          <p:blipFill rotWithShape="1">
            <a:blip r:embed="rId3">
              <a:alphaModFix/>
            </a:blip>
            <a:srcRect b="0" l="0" r="0" t="0"/>
            <a:stretch/>
          </p:blipFill>
          <p:spPr>
            <a:xfrm>
              <a:off x="14604303" y="4721413"/>
              <a:ext cx="3717036" cy="918972"/>
            </a:xfrm>
            <a:prstGeom prst="rect">
              <a:avLst/>
            </a:prstGeom>
            <a:noFill/>
            <a:ln>
              <a:noFill/>
            </a:ln>
          </p:spPr>
        </p:pic>
      </p:grpSp>
      <p:sp>
        <p:nvSpPr>
          <p:cNvPr id="66" name="Google Shape;66;p51"/>
          <p:cNvSpPr txBox="1"/>
          <p:nvPr>
            <p:ph type="ctrTitle"/>
          </p:nvPr>
        </p:nvSpPr>
        <p:spPr>
          <a:xfrm>
            <a:off x="4038597" y="2806696"/>
            <a:ext cx="10223503" cy="2273299"/>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8100"/>
              <a:buFont typeface="Garamond"/>
              <a:buNone/>
              <a:defRPr sz="81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1"/>
          <p:cNvSpPr txBox="1"/>
          <p:nvPr>
            <p:ph idx="1" type="subTitle"/>
          </p:nvPr>
        </p:nvSpPr>
        <p:spPr>
          <a:xfrm>
            <a:off x="4038597" y="5486395"/>
            <a:ext cx="10223503" cy="1981203"/>
          </a:xfrm>
          <a:prstGeom prst="rect">
            <a:avLst/>
          </a:prstGeom>
          <a:noFill/>
          <a:ln>
            <a:noFill/>
          </a:ln>
        </p:spPr>
        <p:txBody>
          <a:bodyPr anchorCtr="0" anchor="t" bIns="45700" lIns="91425" spcFirstLastPara="1" rIns="91425" wrap="square" tIns="45700">
            <a:normAutofit/>
          </a:bodyPr>
          <a:lstStyle>
            <a:lvl1pPr lvl="0" algn="ctr">
              <a:spcBef>
                <a:spcPts val="630"/>
              </a:spcBef>
              <a:spcAft>
                <a:spcPts val="0"/>
              </a:spcAft>
              <a:buSzPts val="3622"/>
              <a:buNone/>
              <a:defRPr sz="3150">
                <a:solidFill>
                  <a:schemeClr val="dk1"/>
                </a:solidFill>
              </a:defRPr>
            </a:lvl1pPr>
            <a:lvl2pPr lvl="1" algn="ctr">
              <a:spcBef>
                <a:spcPts val="600"/>
              </a:spcBef>
              <a:spcAft>
                <a:spcPts val="0"/>
              </a:spcAft>
              <a:buSzPts val="3450"/>
              <a:buNone/>
              <a:defRPr>
                <a:solidFill>
                  <a:srgbClr val="888888"/>
                </a:solidFill>
              </a:defRPr>
            </a:lvl2pPr>
            <a:lvl3pPr lvl="2" algn="ctr">
              <a:spcBef>
                <a:spcPts val="600"/>
              </a:spcBef>
              <a:spcAft>
                <a:spcPts val="0"/>
              </a:spcAft>
              <a:buSzPts val="3105"/>
              <a:buNone/>
              <a:defRPr>
                <a:solidFill>
                  <a:srgbClr val="888888"/>
                </a:solidFill>
              </a:defRPr>
            </a:lvl3pPr>
            <a:lvl4pPr lvl="3" algn="ctr">
              <a:spcBef>
                <a:spcPts val="600"/>
              </a:spcBef>
              <a:spcAft>
                <a:spcPts val="0"/>
              </a:spcAft>
              <a:buSzPts val="2760"/>
              <a:buNone/>
              <a:defRPr>
                <a:solidFill>
                  <a:srgbClr val="888888"/>
                </a:solidFill>
              </a:defRPr>
            </a:lvl4pPr>
            <a:lvl5pPr lvl="4" algn="ctr">
              <a:spcBef>
                <a:spcPts val="600"/>
              </a:spcBef>
              <a:spcAft>
                <a:spcPts val="0"/>
              </a:spcAft>
              <a:buSzPts val="2415"/>
              <a:buNone/>
              <a:defRPr>
                <a:solidFill>
                  <a:srgbClr val="888888"/>
                </a:solidFill>
              </a:defRPr>
            </a:lvl5pPr>
            <a:lvl6pPr lvl="5" algn="ctr">
              <a:spcBef>
                <a:spcPts val="600"/>
              </a:spcBef>
              <a:spcAft>
                <a:spcPts val="0"/>
              </a:spcAft>
              <a:buSzPts val="2415"/>
              <a:buNone/>
              <a:defRPr>
                <a:solidFill>
                  <a:srgbClr val="888888"/>
                </a:solidFill>
              </a:defRPr>
            </a:lvl6pPr>
            <a:lvl7pPr lvl="6" algn="ctr">
              <a:spcBef>
                <a:spcPts val="600"/>
              </a:spcBef>
              <a:spcAft>
                <a:spcPts val="0"/>
              </a:spcAft>
              <a:buSzPts val="2415"/>
              <a:buNone/>
              <a:defRPr>
                <a:solidFill>
                  <a:srgbClr val="888888"/>
                </a:solidFill>
              </a:defRPr>
            </a:lvl7pPr>
            <a:lvl8pPr lvl="7" algn="ctr">
              <a:spcBef>
                <a:spcPts val="600"/>
              </a:spcBef>
              <a:spcAft>
                <a:spcPts val="0"/>
              </a:spcAft>
              <a:buSzPts val="2415"/>
              <a:buNone/>
              <a:defRPr>
                <a:solidFill>
                  <a:srgbClr val="888888"/>
                </a:solidFill>
              </a:defRPr>
            </a:lvl8pPr>
            <a:lvl9pPr lvl="8" algn="ctr">
              <a:spcBef>
                <a:spcPts val="600"/>
              </a:spcBef>
              <a:spcAft>
                <a:spcPts val="600"/>
              </a:spcAft>
              <a:buSzPts val="2415"/>
              <a:buNone/>
              <a:defRPr>
                <a:solidFill>
                  <a:srgbClr val="888888"/>
                </a:solidFill>
              </a:defRPr>
            </a:lvl9pPr>
          </a:lstStyle>
          <a:p/>
        </p:txBody>
      </p:sp>
      <p:sp>
        <p:nvSpPr>
          <p:cNvPr id="68" name="Google Shape;68;p51"/>
          <p:cNvSpPr txBox="1"/>
          <p:nvPr>
            <p:ph idx="10" type="dt"/>
          </p:nvPr>
        </p:nvSpPr>
        <p:spPr>
          <a:xfrm>
            <a:off x="11974848" y="7556494"/>
            <a:ext cx="1346200" cy="419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51"/>
          <p:cNvSpPr txBox="1"/>
          <p:nvPr>
            <p:ph idx="11" type="ftr"/>
          </p:nvPr>
        </p:nvSpPr>
        <p:spPr>
          <a:xfrm>
            <a:off x="4038595" y="7556494"/>
            <a:ext cx="7821952" cy="41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1"/>
          <p:cNvSpPr txBox="1"/>
          <p:nvPr>
            <p:ph idx="12" type="sldNum"/>
          </p:nvPr>
        </p:nvSpPr>
        <p:spPr>
          <a:xfrm>
            <a:off x="13435350" y="7556494"/>
            <a:ext cx="826750" cy="419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1" name="Google Shape;71;p51"/>
          <p:cNvCxnSpPr/>
          <p:nvPr/>
        </p:nvCxnSpPr>
        <p:spPr>
          <a:xfrm>
            <a:off x="4038598" y="5283196"/>
            <a:ext cx="10223502"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2" name="Shape 72"/>
        <p:cNvGrpSpPr/>
        <p:nvPr/>
      </p:nvGrpSpPr>
      <p:grpSpPr>
        <a:xfrm>
          <a:off x="0" y="0"/>
          <a:ext cx="0" cy="0"/>
          <a:chOff x="0" y="0"/>
          <a:chExt cx="0" cy="0"/>
        </a:xfrm>
      </p:grpSpPr>
      <p:cxnSp>
        <p:nvCxnSpPr>
          <p:cNvPr id="73" name="Google Shape;73;p52"/>
          <p:cNvCxnSpPr/>
          <p:nvPr/>
        </p:nvCxnSpPr>
        <p:spPr>
          <a:xfrm>
            <a:off x="2094253" y="3632199"/>
            <a:ext cx="14110947" cy="0"/>
          </a:xfrm>
          <a:prstGeom prst="straightConnector1">
            <a:avLst/>
          </a:prstGeom>
          <a:noFill/>
          <a:ln cap="flat" cmpd="sng" w="15875">
            <a:solidFill>
              <a:schemeClr val="accent1"/>
            </a:solidFill>
            <a:prstDash val="solid"/>
            <a:round/>
            <a:headEnd len="sm" w="sm" type="none"/>
            <a:tailEnd len="sm" w="sm" type="none"/>
          </a:ln>
        </p:spPr>
      </p:cxnSp>
      <p:sp>
        <p:nvSpPr>
          <p:cNvPr id="74" name="Google Shape;74;p52"/>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52"/>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76" name="Google Shape;76;p52"/>
          <p:cNvSpPr txBox="1"/>
          <p:nvPr>
            <p:ph idx="10" type="dt"/>
          </p:nvPr>
        </p:nvSpPr>
        <p:spPr>
          <a:xfrm>
            <a:off x="13016251" y="8953500"/>
            <a:ext cx="2400300" cy="419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2"/>
          <p:cNvSpPr txBox="1"/>
          <p:nvPr>
            <p:ph idx="11" type="ftr"/>
          </p:nvPr>
        </p:nvSpPr>
        <p:spPr>
          <a:xfrm>
            <a:off x="1943101" y="8953500"/>
            <a:ext cx="10958850" cy="41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2"/>
          <p:cNvSpPr txBox="1"/>
          <p:nvPr>
            <p:ph idx="12" type="sldNum"/>
          </p:nvPr>
        </p:nvSpPr>
        <p:spPr>
          <a:xfrm>
            <a:off x="15530851" y="8953500"/>
            <a:ext cx="814045" cy="419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53"/>
          <p:cNvSpPr txBox="1"/>
          <p:nvPr>
            <p:ph idx="10" type="dt"/>
          </p:nvPr>
        </p:nvSpPr>
        <p:spPr>
          <a:xfrm>
            <a:off x="13016251" y="8953500"/>
            <a:ext cx="2400300" cy="419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3"/>
          <p:cNvSpPr txBox="1"/>
          <p:nvPr>
            <p:ph idx="11" type="ftr"/>
          </p:nvPr>
        </p:nvSpPr>
        <p:spPr>
          <a:xfrm>
            <a:off x="1943101" y="8953500"/>
            <a:ext cx="10958850" cy="41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3"/>
          <p:cNvSpPr txBox="1"/>
          <p:nvPr>
            <p:ph idx="12" type="sldNum"/>
          </p:nvPr>
        </p:nvSpPr>
        <p:spPr>
          <a:xfrm>
            <a:off x="15530851" y="8953500"/>
            <a:ext cx="814045" cy="419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54"/>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4"/>
          <p:cNvSpPr txBox="1"/>
          <p:nvPr>
            <p:ph idx="10" type="dt"/>
          </p:nvPr>
        </p:nvSpPr>
        <p:spPr>
          <a:xfrm>
            <a:off x="13016251" y="8953500"/>
            <a:ext cx="2400300" cy="419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4"/>
          <p:cNvSpPr txBox="1"/>
          <p:nvPr>
            <p:ph idx="11" type="ftr"/>
          </p:nvPr>
        </p:nvSpPr>
        <p:spPr>
          <a:xfrm>
            <a:off x="1943101" y="8953500"/>
            <a:ext cx="10958850" cy="41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4"/>
          <p:cNvSpPr txBox="1"/>
          <p:nvPr>
            <p:ph idx="12" type="sldNum"/>
          </p:nvPr>
        </p:nvSpPr>
        <p:spPr>
          <a:xfrm>
            <a:off x="15530851" y="8953500"/>
            <a:ext cx="814045" cy="419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88" name="Google Shape;88;p54"/>
          <p:cNvCxnSpPr/>
          <p:nvPr/>
        </p:nvCxnSpPr>
        <p:spPr>
          <a:xfrm>
            <a:off x="2094253" y="3632199"/>
            <a:ext cx="14110947"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00" name="Shape 100"/>
        <p:cNvGrpSpPr/>
        <p:nvPr/>
      </p:nvGrpSpPr>
      <p:grpSpPr>
        <a:xfrm>
          <a:off x="0" y="0"/>
          <a:ext cx="0" cy="0"/>
          <a:chOff x="0" y="0"/>
          <a:chExt cx="0" cy="0"/>
        </a:xfrm>
      </p:grpSpPr>
      <p:grpSp>
        <p:nvGrpSpPr>
          <p:cNvPr id="101" name="Google Shape;101;p56"/>
          <p:cNvGrpSpPr/>
          <p:nvPr/>
        </p:nvGrpSpPr>
        <p:grpSpPr>
          <a:xfrm>
            <a:off x="-25401" y="0"/>
            <a:ext cx="18346740" cy="10284321"/>
            <a:chOff x="-25401" y="0"/>
            <a:chExt cx="18346740" cy="10284321"/>
          </a:xfrm>
        </p:grpSpPr>
        <p:pic>
          <p:nvPicPr>
            <p:cNvPr descr="HD-PanelTitleR1.png" id="102" name="Google Shape;102;p56"/>
            <p:cNvPicPr preferRelativeResize="0"/>
            <p:nvPr/>
          </p:nvPicPr>
          <p:blipFill rotWithShape="1">
            <a:blip r:embed="rId2">
              <a:alphaModFix/>
            </a:blip>
            <a:srcRect b="0" l="0" r="0" t="0"/>
            <a:stretch/>
          </p:blipFill>
          <p:spPr>
            <a:xfrm>
              <a:off x="0" y="0"/>
              <a:ext cx="18283237" cy="10284321"/>
            </a:xfrm>
            <a:prstGeom prst="rect">
              <a:avLst/>
            </a:prstGeom>
            <a:noFill/>
            <a:ln>
              <a:noFill/>
            </a:ln>
          </p:spPr>
        </p:pic>
        <p:sp>
          <p:nvSpPr>
            <p:cNvPr id="103" name="Google Shape;103;p56"/>
            <p:cNvSpPr/>
            <p:nvPr/>
          </p:nvSpPr>
          <p:spPr>
            <a:xfrm>
              <a:off x="3492498" y="2311396"/>
              <a:ext cx="11315703" cy="5753101"/>
            </a:xfrm>
            <a:prstGeom prst="rect">
              <a:avLst/>
            </a:prstGeom>
            <a:noFill/>
            <a:ln cap="flat" cmpd="sng" w="15875">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dk1"/>
                </a:solidFill>
                <a:latin typeface="Garamond"/>
                <a:ea typeface="Garamond"/>
                <a:cs typeface="Garamond"/>
                <a:sym typeface="Garamond"/>
              </a:endParaRPr>
            </a:p>
          </p:txBody>
        </p:sp>
        <p:pic>
          <p:nvPicPr>
            <p:cNvPr descr="HDRibbonTitle-UniformTrim.png" id="104" name="Google Shape;104;p56"/>
            <p:cNvPicPr preferRelativeResize="0"/>
            <p:nvPr/>
          </p:nvPicPr>
          <p:blipFill rotWithShape="1">
            <a:blip r:embed="rId3">
              <a:alphaModFix/>
            </a:blip>
            <a:srcRect b="0" l="0" r="0" t="0"/>
            <a:stretch/>
          </p:blipFill>
          <p:spPr>
            <a:xfrm>
              <a:off x="-25401" y="4721413"/>
              <a:ext cx="3717036" cy="918972"/>
            </a:xfrm>
            <a:prstGeom prst="rect">
              <a:avLst/>
            </a:prstGeom>
            <a:noFill/>
            <a:ln>
              <a:noFill/>
            </a:ln>
          </p:spPr>
        </p:pic>
        <p:pic>
          <p:nvPicPr>
            <p:cNvPr descr="HDRibbonTitle-UniformTrim.png" id="105" name="Google Shape;105;p56"/>
            <p:cNvPicPr preferRelativeResize="0"/>
            <p:nvPr/>
          </p:nvPicPr>
          <p:blipFill rotWithShape="1">
            <a:blip r:embed="rId3">
              <a:alphaModFix/>
            </a:blip>
            <a:srcRect b="0" l="0" r="0" t="0"/>
            <a:stretch/>
          </p:blipFill>
          <p:spPr>
            <a:xfrm>
              <a:off x="14604303" y="4721413"/>
              <a:ext cx="3717036" cy="918972"/>
            </a:xfrm>
            <a:prstGeom prst="rect">
              <a:avLst/>
            </a:prstGeom>
            <a:noFill/>
            <a:ln>
              <a:noFill/>
            </a:ln>
          </p:spPr>
        </p:pic>
      </p:grpSp>
      <p:sp>
        <p:nvSpPr>
          <p:cNvPr id="106" name="Google Shape;106;p56"/>
          <p:cNvSpPr txBox="1"/>
          <p:nvPr>
            <p:ph type="ctrTitle"/>
          </p:nvPr>
        </p:nvSpPr>
        <p:spPr>
          <a:xfrm>
            <a:off x="4038597" y="2806696"/>
            <a:ext cx="10223503" cy="2273299"/>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8100"/>
              <a:buFont typeface="Garamond"/>
              <a:buNone/>
              <a:defRPr sz="81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56"/>
          <p:cNvSpPr txBox="1"/>
          <p:nvPr>
            <p:ph idx="1" type="subTitle"/>
          </p:nvPr>
        </p:nvSpPr>
        <p:spPr>
          <a:xfrm>
            <a:off x="4038597" y="5486395"/>
            <a:ext cx="10223503" cy="1981203"/>
          </a:xfrm>
          <a:prstGeom prst="rect">
            <a:avLst/>
          </a:prstGeom>
          <a:noFill/>
          <a:ln>
            <a:noFill/>
          </a:ln>
        </p:spPr>
        <p:txBody>
          <a:bodyPr anchorCtr="0" anchor="t" bIns="45700" lIns="91425" spcFirstLastPara="1" rIns="91425" wrap="square" tIns="45700">
            <a:normAutofit/>
          </a:bodyPr>
          <a:lstStyle>
            <a:lvl1pPr lvl="0" algn="ctr">
              <a:spcBef>
                <a:spcPts val="630"/>
              </a:spcBef>
              <a:spcAft>
                <a:spcPts val="0"/>
              </a:spcAft>
              <a:buSzPts val="3622"/>
              <a:buNone/>
              <a:defRPr sz="3150">
                <a:solidFill>
                  <a:schemeClr val="dk1"/>
                </a:solidFill>
              </a:defRPr>
            </a:lvl1pPr>
            <a:lvl2pPr lvl="1" algn="ctr">
              <a:spcBef>
                <a:spcPts val="600"/>
              </a:spcBef>
              <a:spcAft>
                <a:spcPts val="0"/>
              </a:spcAft>
              <a:buSzPts val="3450"/>
              <a:buNone/>
              <a:defRPr>
                <a:solidFill>
                  <a:srgbClr val="888888"/>
                </a:solidFill>
              </a:defRPr>
            </a:lvl2pPr>
            <a:lvl3pPr lvl="2" algn="ctr">
              <a:spcBef>
                <a:spcPts val="600"/>
              </a:spcBef>
              <a:spcAft>
                <a:spcPts val="0"/>
              </a:spcAft>
              <a:buSzPts val="3105"/>
              <a:buNone/>
              <a:defRPr>
                <a:solidFill>
                  <a:srgbClr val="888888"/>
                </a:solidFill>
              </a:defRPr>
            </a:lvl3pPr>
            <a:lvl4pPr lvl="3" algn="ctr">
              <a:spcBef>
                <a:spcPts val="600"/>
              </a:spcBef>
              <a:spcAft>
                <a:spcPts val="0"/>
              </a:spcAft>
              <a:buSzPts val="2760"/>
              <a:buNone/>
              <a:defRPr>
                <a:solidFill>
                  <a:srgbClr val="888888"/>
                </a:solidFill>
              </a:defRPr>
            </a:lvl4pPr>
            <a:lvl5pPr lvl="4" algn="ctr">
              <a:spcBef>
                <a:spcPts val="600"/>
              </a:spcBef>
              <a:spcAft>
                <a:spcPts val="0"/>
              </a:spcAft>
              <a:buSzPts val="2415"/>
              <a:buNone/>
              <a:defRPr>
                <a:solidFill>
                  <a:srgbClr val="888888"/>
                </a:solidFill>
              </a:defRPr>
            </a:lvl5pPr>
            <a:lvl6pPr lvl="5" algn="ctr">
              <a:spcBef>
                <a:spcPts val="600"/>
              </a:spcBef>
              <a:spcAft>
                <a:spcPts val="0"/>
              </a:spcAft>
              <a:buSzPts val="2415"/>
              <a:buNone/>
              <a:defRPr>
                <a:solidFill>
                  <a:srgbClr val="888888"/>
                </a:solidFill>
              </a:defRPr>
            </a:lvl6pPr>
            <a:lvl7pPr lvl="6" algn="ctr">
              <a:spcBef>
                <a:spcPts val="600"/>
              </a:spcBef>
              <a:spcAft>
                <a:spcPts val="0"/>
              </a:spcAft>
              <a:buSzPts val="2415"/>
              <a:buNone/>
              <a:defRPr>
                <a:solidFill>
                  <a:srgbClr val="888888"/>
                </a:solidFill>
              </a:defRPr>
            </a:lvl7pPr>
            <a:lvl8pPr lvl="7" algn="ctr">
              <a:spcBef>
                <a:spcPts val="600"/>
              </a:spcBef>
              <a:spcAft>
                <a:spcPts val="0"/>
              </a:spcAft>
              <a:buSzPts val="2415"/>
              <a:buNone/>
              <a:defRPr>
                <a:solidFill>
                  <a:srgbClr val="888888"/>
                </a:solidFill>
              </a:defRPr>
            </a:lvl8pPr>
            <a:lvl9pPr lvl="8" algn="ctr">
              <a:spcBef>
                <a:spcPts val="600"/>
              </a:spcBef>
              <a:spcAft>
                <a:spcPts val="600"/>
              </a:spcAft>
              <a:buSzPts val="2415"/>
              <a:buNone/>
              <a:defRPr>
                <a:solidFill>
                  <a:srgbClr val="888888"/>
                </a:solidFill>
              </a:defRPr>
            </a:lvl9pPr>
          </a:lstStyle>
          <a:p/>
        </p:txBody>
      </p:sp>
      <p:sp>
        <p:nvSpPr>
          <p:cNvPr id="108" name="Google Shape;108;p56"/>
          <p:cNvSpPr txBox="1"/>
          <p:nvPr>
            <p:ph idx="10" type="dt"/>
          </p:nvPr>
        </p:nvSpPr>
        <p:spPr>
          <a:xfrm>
            <a:off x="11974848" y="7556494"/>
            <a:ext cx="1346200" cy="419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56"/>
          <p:cNvSpPr txBox="1"/>
          <p:nvPr>
            <p:ph idx="11" type="ftr"/>
          </p:nvPr>
        </p:nvSpPr>
        <p:spPr>
          <a:xfrm>
            <a:off x="4038595" y="7556494"/>
            <a:ext cx="7821952" cy="41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56"/>
          <p:cNvSpPr txBox="1"/>
          <p:nvPr>
            <p:ph idx="12" type="sldNum"/>
          </p:nvPr>
        </p:nvSpPr>
        <p:spPr>
          <a:xfrm>
            <a:off x="13435350" y="7556494"/>
            <a:ext cx="826750" cy="419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11" name="Google Shape;111;p56"/>
          <p:cNvCxnSpPr/>
          <p:nvPr/>
        </p:nvCxnSpPr>
        <p:spPr>
          <a:xfrm>
            <a:off x="4038598" y="5283196"/>
            <a:ext cx="10223502"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cxnSp>
        <p:nvCxnSpPr>
          <p:cNvPr id="113" name="Google Shape;113;p57"/>
          <p:cNvCxnSpPr/>
          <p:nvPr/>
        </p:nvCxnSpPr>
        <p:spPr>
          <a:xfrm>
            <a:off x="2094253" y="3632199"/>
            <a:ext cx="14110947" cy="0"/>
          </a:xfrm>
          <a:prstGeom prst="straightConnector1">
            <a:avLst/>
          </a:prstGeom>
          <a:noFill/>
          <a:ln cap="flat" cmpd="sng" w="15875">
            <a:solidFill>
              <a:schemeClr val="accent1"/>
            </a:solidFill>
            <a:prstDash val="solid"/>
            <a:round/>
            <a:headEnd len="sm" w="sm" type="none"/>
            <a:tailEnd len="sm" w="sm" type="none"/>
          </a:ln>
        </p:spPr>
      </p:cxnSp>
      <p:sp>
        <p:nvSpPr>
          <p:cNvPr id="114" name="Google Shape;114;p57"/>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57"/>
          <p:cNvSpPr txBox="1"/>
          <p:nvPr>
            <p:ph idx="1" type="body"/>
          </p:nvPr>
        </p:nvSpPr>
        <p:spPr>
          <a:xfrm>
            <a:off x="1947672" y="3840480"/>
            <a:ext cx="7077456" cy="4965192"/>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16" name="Google Shape;116;p57"/>
          <p:cNvSpPr txBox="1"/>
          <p:nvPr>
            <p:ph idx="2" type="body"/>
          </p:nvPr>
        </p:nvSpPr>
        <p:spPr>
          <a:xfrm>
            <a:off x="9272016" y="3840480"/>
            <a:ext cx="7077456" cy="4965192"/>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17" name="Google Shape;117;p57"/>
          <p:cNvSpPr txBox="1"/>
          <p:nvPr>
            <p:ph idx="10" type="dt"/>
          </p:nvPr>
        </p:nvSpPr>
        <p:spPr>
          <a:xfrm>
            <a:off x="13016251" y="8953500"/>
            <a:ext cx="2400300" cy="419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57"/>
          <p:cNvSpPr txBox="1"/>
          <p:nvPr>
            <p:ph idx="11" type="ftr"/>
          </p:nvPr>
        </p:nvSpPr>
        <p:spPr>
          <a:xfrm>
            <a:off x="1943101" y="8953500"/>
            <a:ext cx="10958850" cy="41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57"/>
          <p:cNvSpPr txBox="1"/>
          <p:nvPr>
            <p:ph idx="12" type="sldNum"/>
          </p:nvPr>
        </p:nvSpPr>
        <p:spPr>
          <a:xfrm>
            <a:off x="15530851" y="8953500"/>
            <a:ext cx="814045" cy="419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0" name="Shape 120"/>
        <p:cNvGrpSpPr/>
        <p:nvPr/>
      </p:nvGrpSpPr>
      <p:grpSpPr>
        <a:xfrm>
          <a:off x="0" y="0"/>
          <a:ext cx="0" cy="0"/>
          <a:chOff x="0" y="0"/>
          <a:chExt cx="0" cy="0"/>
        </a:xfrm>
      </p:grpSpPr>
      <p:sp>
        <p:nvSpPr>
          <p:cNvPr id="121" name="Google Shape;121;p58"/>
          <p:cNvSpPr txBox="1"/>
          <p:nvPr>
            <p:ph idx="10" type="dt"/>
          </p:nvPr>
        </p:nvSpPr>
        <p:spPr>
          <a:xfrm>
            <a:off x="13016251" y="8953500"/>
            <a:ext cx="2400300" cy="419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58"/>
          <p:cNvSpPr txBox="1"/>
          <p:nvPr>
            <p:ph idx="11" type="ftr"/>
          </p:nvPr>
        </p:nvSpPr>
        <p:spPr>
          <a:xfrm>
            <a:off x="1943101" y="8953500"/>
            <a:ext cx="10958850" cy="41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58"/>
          <p:cNvSpPr txBox="1"/>
          <p:nvPr>
            <p:ph idx="12" type="sldNum"/>
          </p:nvPr>
        </p:nvSpPr>
        <p:spPr>
          <a:xfrm>
            <a:off x="15530851" y="8953500"/>
            <a:ext cx="814045" cy="419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4" name="Shape 124"/>
        <p:cNvGrpSpPr/>
        <p:nvPr/>
      </p:nvGrpSpPr>
      <p:grpSpPr>
        <a:xfrm>
          <a:off x="0" y="0"/>
          <a:ext cx="0" cy="0"/>
          <a:chOff x="0" y="0"/>
          <a:chExt cx="0" cy="0"/>
        </a:xfrm>
      </p:grpSpPr>
      <p:cxnSp>
        <p:nvCxnSpPr>
          <p:cNvPr id="125" name="Google Shape;125;p59"/>
          <p:cNvCxnSpPr/>
          <p:nvPr/>
        </p:nvCxnSpPr>
        <p:spPr>
          <a:xfrm>
            <a:off x="2094253" y="3632199"/>
            <a:ext cx="14110947" cy="0"/>
          </a:xfrm>
          <a:prstGeom prst="straightConnector1">
            <a:avLst/>
          </a:prstGeom>
          <a:noFill/>
          <a:ln cap="flat" cmpd="sng" w="15875">
            <a:solidFill>
              <a:schemeClr val="accent1"/>
            </a:solidFill>
            <a:prstDash val="solid"/>
            <a:round/>
            <a:headEnd len="sm" w="sm" type="none"/>
            <a:tailEnd len="sm" w="sm" type="none"/>
          </a:ln>
        </p:spPr>
      </p:cxnSp>
      <p:sp>
        <p:nvSpPr>
          <p:cNvPr id="126" name="Google Shape;126;p59"/>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59"/>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28" name="Google Shape;128;p59"/>
          <p:cNvSpPr txBox="1"/>
          <p:nvPr>
            <p:ph idx="10" type="dt"/>
          </p:nvPr>
        </p:nvSpPr>
        <p:spPr>
          <a:xfrm>
            <a:off x="13016251" y="8953500"/>
            <a:ext cx="2400300" cy="419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59"/>
          <p:cNvSpPr txBox="1"/>
          <p:nvPr>
            <p:ph idx="11" type="ftr"/>
          </p:nvPr>
        </p:nvSpPr>
        <p:spPr>
          <a:xfrm>
            <a:off x="1943101" y="8953500"/>
            <a:ext cx="10958850" cy="41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59"/>
          <p:cNvSpPr txBox="1"/>
          <p:nvPr>
            <p:ph idx="12" type="sldNum"/>
          </p:nvPr>
        </p:nvSpPr>
        <p:spPr>
          <a:xfrm>
            <a:off x="15530851" y="8953500"/>
            <a:ext cx="814045" cy="419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1" name="Shape 131"/>
        <p:cNvGrpSpPr/>
        <p:nvPr/>
      </p:nvGrpSpPr>
      <p:grpSpPr>
        <a:xfrm>
          <a:off x="0" y="0"/>
          <a:ext cx="0" cy="0"/>
          <a:chOff x="0" y="0"/>
          <a:chExt cx="0" cy="0"/>
        </a:xfrm>
      </p:grpSpPr>
      <p:sp>
        <p:nvSpPr>
          <p:cNvPr id="132" name="Google Shape;132;p60"/>
          <p:cNvSpPr txBox="1"/>
          <p:nvPr>
            <p:ph type="title"/>
          </p:nvPr>
        </p:nvSpPr>
        <p:spPr>
          <a:xfrm>
            <a:off x="1940716" y="2082801"/>
            <a:ext cx="5577682" cy="2057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3600"/>
              <a:buFont typeface="Garamond"/>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60"/>
          <p:cNvSpPr txBox="1"/>
          <p:nvPr>
            <p:ph idx="1" type="body"/>
          </p:nvPr>
        </p:nvSpPr>
        <p:spPr>
          <a:xfrm>
            <a:off x="8128002" y="1473196"/>
            <a:ext cx="8204199" cy="7340602"/>
          </a:xfrm>
          <a:prstGeom prst="rect">
            <a:avLst/>
          </a:prstGeom>
          <a:noFill/>
          <a:ln>
            <a:noFill/>
          </a:ln>
        </p:spPr>
        <p:txBody>
          <a:bodyPr anchorCtr="0" anchor="ctr"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34" name="Google Shape;134;p60"/>
          <p:cNvSpPr txBox="1"/>
          <p:nvPr>
            <p:ph idx="2" type="body"/>
          </p:nvPr>
        </p:nvSpPr>
        <p:spPr>
          <a:xfrm>
            <a:off x="1940716" y="4546597"/>
            <a:ext cx="5577682" cy="3657606"/>
          </a:xfrm>
          <a:prstGeom prst="rect">
            <a:avLst/>
          </a:prstGeom>
          <a:noFill/>
          <a:ln>
            <a:noFill/>
          </a:ln>
        </p:spPr>
        <p:txBody>
          <a:bodyPr anchorCtr="0" anchor="t" bIns="45700" lIns="91425" spcFirstLastPara="1" rIns="91425" wrap="square" tIns="45700">
            <a:normAutofit/>
          </a:bodyPr>
          <a:lstStyle>
            <a:lvl1pPr indent="-228600" lvl="0" marL="457200" algn="ctr">
              <a:spcBef>
                <a:spcPts val="480"/>
              </a:spcBef>
              <a:spcAft>
                <a:spcPts val="0"/>
              </a:spcAft>
              <a:buSzPts val="2760"/>
              <a:buNone/>
              <a:defRPr sz="2400"/>
            </a:lvl1pPr>
            <a:lvl2pPr indent="-228600" lvl="1" marL="914400" algn="l">
              <a:spcBef>
                <a:spcPts val="600"/>
              </a:spcBef>
              <a:spcAft>
                <a:spcPts val="0"/>
              </a:spcAft>
              <a:buSzPts val="2070"/>
              <a:buNone/>
              <a:defRPr sz="1800"/>
            </a:lvl2pPr>
            <a:lvl3pPr indent="-228600" lvl="2" marL="1371600" algn="l">
              <a:spcBef>
                <a:spcPts val="600"/>
              </a:spcBef>
              <a:spcAft>
                <a:spcPts val="0"/>
              </a:spcAft>
              <a:buSzPts val="1725"/>
              <a:buNone/>
              <a:defRPr sz="1500"/>
            </a:lvl3pPr>
            <a:lvl4pPr indent="-228600" lvl="3" marL="1828800" algn="l">
              <a:spcBef>
                <a:spcPts val="600"/>
              </a:spcBef>
              <a:spcAft>
                <a:spcPts val="0"/>
              </a:spcAft>
              <a:buSzPts val="1553"/>
              <a:buNone/>
              <a:defRPr sz="1350"/>
            </a:lvl4pPr>
            <a:lvl5pPr indent="-228600" lvl="4" marL="2286000" algn="l">
              <a:spcBef>
                <a:spcPts val="600"/>
              </a:spcBef>
              <a:spcAft>
                <a:spcPts val="0"/>
              </a:spcAft>
              <a:buSzPts val="1553"/>
              <a:buNone/>
              <a:defRPr sz="1350"/>
            </a:lvl5pPr>
            <a:lvl6pPr indent="-228600" lvl="5" marL="2743200" algn="l">
              <a:spcBef>
                <a:spcPts val="600"/>
              </a:spcBef>
              <a:spcAft>
                <a:spcPts val="0"/>
              </a:spcAft>
              <a:buSzPts val="1553"/>
              <a:buNone/>
              <a:defRPr sz="1350"/>
            </a:lvl6pPr>
            <a:lvl7pPr indent="-228600" lvl="6" marL="3200400" algn="l">
              <a:spcBef>
                <a:spcPts val="600"/>
              </a:spcBef>
              <a:spcAft>
                <a:spcPts val="0"/>
              </a:spcAft>
              <a:buSzPts val="1553"/>
              <a:buNone/>
              <a:defRPr sz="1350"/>
            </a:lvl7pPr>
            <a:lvl8pPr indent="-228600" lvl="7" marL="3657600" algn="l">
              <a:spcBef>
                <a:spcPts val="600"/>
              </a:spcBef>
              <a:spcAft>
                <a:spcPts val="0"/>
              </a:spcAft>
              <a:buSzPts val="1553"/>
              <a:buNone/>
              <a:defRPr sz="1350"/>
            </a:lvl8pPr>
            <a:lvl9pPr indent="-228600" lvl="8" marL="4114800" algn="l">
              <a:spcBef>
                <a:spcPts val="600"/>
              </a:spcBef>
              <a:spcAft>
                <a:spcPts val="600"/>
              </a:spcAft>
              <a:buSzPts val="1553"/>
              <a:buNone/>
              <a:defRPr sz="1350"/>
            </a:lvl9pPr>
          </a:lstStyle>
          <a:p/>
        </p:txBody>
      </p:sp>
      <p:sp>
        <p:nvSpPr>
          <p:cNvPr id="135" name="Google Shape;135;p60"/>
          <p:cNvSpPr txBox="1"/>
          <p:nvPr>
            <p:ph idx="10" type="dt"/>
          </p:nvPr>
        </p:nvSpPr>
        <p:spPr>
          <a:xfrm>
            <a:off x="13016251" y="8953500"/>
            <a:ext cx="2400300" cy="419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60"/>
          <p:cNvSpPr txBox="1"/>
          <p:nvPr>
            <p:ph idx="11" type="ftr"/>
          </p:nvPr>
        </p:nvSpPr>
        <p:spPr>
          <a:xfrm>
            <a:off x="1943101" y="8953500"/>
            <a:ext cx="10958850" cy="41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60"/>
          <p:cNvSpPr txBox="1"/>
          <p:nvPr>
            <p:ph idx="12" type="sldNum"/>
          </p:nvPr>
        </p:nvSpPr>
        <p:spPr>
          <a:xfrm>
            <a:off x="15530851" y="8953500"/>
            <a:ext cx="814045" cy="419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38" name="Google Shape;138;p60"/>
          <p:cNvCxnSpPr/>
          <p:nvPr/>
        </p:nvCxnSpPr>
        <p:spPr>
          <a:xfrm>
            <a:off x="2094253" y="4368799"/>
            <a:ext cx="5271747"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9" name="Shape 139"/>
        <p:cNvGrpSpPr/>
        <p:nvPr/>
      </p:nvGrpSpPr>
      <p:grpSpPr>
        <a:xfrm>
          <a:off x="0" y="0"/>
          <a:ext cx="0" cy="0"/>
          <a:chOff x="0" y="0"/>
          <a:chExt cx="0" cy="0"/>
        </a:xfrm>
      </p:grpSpPr>
      <p:sp>
        <p:nvSpPr>
          <p:cNvPr id="140" name="Google Shape;140;p61"/>
          <p:cNvSpPr txBox="1"/>
          <p:nvPr>
            <p:ph type="title"/>
          </p:nvPr>
        </p:nvSpPr>
        <p:spPr>
          <a:xfrm>
            <a:off x="1943098" y="2825748"/>
            <a:ext cx="9362724" cy="2057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4200"/>
              <a:buFont typeface="Garamond"/>
              <a:buNone/>
              <a:defRPr b="0"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61"/>
          <p:cNvSpPr/>
          <p:nvPr>
            <p:ph idx="2" type="pic"/>
          </p:nvPr>
        </p:nvSpPr>
        <p:spPr>
          <a:xfrm>
            <a:off x="12142246" y="1562100"/>
            <a:ext cx="4595020" cy="7162800"/>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142" name="Google Shape;142;p61"/>
          <p:cNvSpPr txBox="1"/>
          <p:nvPr>
            <p:ph idx="1" type="body"/>
          </p:nvPr>
        </p:nvSpPr>
        <p:spPr>
          <a:xfrm>
            <a:off x="1943098" y="4883148"/>
            <a:ext cx="9362724" cy="2743200"/>
          </a:xfrm>
          <a:prstGeom prst="rect">
            <a:avLst/>
          </a:prstGeom>
          <a:noFill/>
          <a:ln>
            <a:noFill/>
          </a:ln>
        </p:spPr>
        <p:txBody>
          <a:bodyPr anchorCtr="0" anchor="t" bIns="45700" lIns="91425" spcFirstLastPara="1" rIns="91425" wrap="square" tIns="45700">
            <a:normAutofit/>
          </a:bodyPr>
          <a:lstStyle>
            <a:lvl1pPr indent="-228600" lvl="0" marL="457200" algn="ctr">
              <a:spcBef>
                <a:spcPts val="540"/>
              </a:spcBef>
              <a:spcAft>
                <a:spcPts val="0"/>
              </a:spcAft>
              <a:buSzPts val="3105"/>
              <a:buNone/>
              <a:defRPr sz="2700"/>
            </a:lvl1pPr>
            <a:lvl2pPr indent="-228600" lvl="1" marL="914400" algn="l">
              <a:spcBef>
                <a:spcPts val="600"/>
              </a:spcBef>
              <a:spcAft>
                <a:spcPts val="0"/>
              </a:spcAft>
              <a:buSzPts val="2070"/>
              <a:buNone/>
              <a:defRPr sz="1800"/>
            </a:lvl2pPr>
            <a:lvl3pPr indent="-228600" lvl="2" marL="1371600" algn="l">
              <a:spcBef>
                <a:spcPts val="600"/>
              </a:spcBef>
              <a:spcAft>
                <a:spcPts val="0"/>
              </a:spcAft>
              <a:buSzPts val="1725"/>
              <a:buNone/>
              <a:defRPr sz="1500"/>
            </a:lvl3pPr>
            <a:lvl4pPr indent="-228600" lvl="3" marL="1828800" algn="l">
              <a:spcBef>
                <a:spcPts val="600"/>
              </a:spcBef>
              <a:spcAft>
                <a:spcPts val="0"/>
              </a:spcAft>
              <a:buSzPts val="1553"/>
              <a:buNone/>
              <a:defRPr sz="1350"/>
            </a:lvl4pPr>
            <a:lvl5pPr indent="-228600" lvl="4" marL="2286000" algn="l">
              <a:spcBef>
                <a:spcPts val="600"/>
              </a:spcBef>
              <a:spcAft>
                <a:spcPts val="0"/>
              </a:spcAft>
              <a:buSzPts val="1553"/>
              <a:buNone/>
              <a:defRPr sz="1350"/>
            </a:lvl5pPr>
            <a:lvl6pPr indent="-228600" lvl="5" marL="2743200" algn="l">
              <a:spcBef>
                <a:spcPts val="600"/>
              </a:spcBef>
              <a:spcAft>
                <a:spcPts val="0"/>
              </a:spcAft>
              <a:buSzPts val="1553"/>
              <a:buNone/>
              <a:defRPr sz="1350"/>
            </a:lvl6pPr>
            <a:lvl7pPr indent="-228600" lvl="6" marL="3200400" algn="l">
              <a:spcBef>
                <a:spcPts val="600"/>
              </a:spcBef>
              <a:spcAft>
                <a:spcPts val="0"/>
              </a:spcAft>
              <a:buSzPts val="1553"/>
              <a:buNone/>
              <a:defRPr sz="1350"/>
            </a:lvl7pPr>
            <a:lvl8pPr indent="-228600" lvl="7" marL="3657600" algn="l">
              <a:spcBef>
                <a:spcPts val="600"/>
              </a:spcBef>
              <a:spcAft>
                <a:spcPts val="0"/>
              </a:spcAft>
              <a:buSzPts val="1553"/>
              <a:buNone/>
              <a:defRPr sz="1350"/>
            </a:lvl8pPr>
            <a:lvl9pPr indent="-228600" lvl="8" marL="4114800" algn="l">
              <a:spcBef>
                <a:spcPts val="600"/>
              </a:spcBef>
              <a:spcAft>
                <a:spcPts val="600"/>
              </a:spcAft>
              <a:buSzPts val="1553"/>
              <a:buNone/>
              <a:defRPr sz="1350"/>
            </a:lvl9pPr>
          </a:lstStyle>
          <a:p/>
        </p:txBody>
      </p:sp>
      <p:sp>
        <p:nvSpPr>
          <p:cNvPr id="143" name="Google Shape;143;p61"/>
          <p:cNvSpPr txBox="1"/>
          <p:nvPr>
            <p:ph idx="10" type="dt"/>
          </p:nvPr>
        </p:nvSpPr>
        <p:spPr>
          <a:xfrm>
            <a:off x="13016251" y="8953500"/>
            <a:ext cx="2400300" cy="419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61"/>
          <p:cNvSpPr txBox="1"/>
          <p:nvPr>
            <p:ph idx="11" type="ftr"/>
          </p:nvPr>
        </p:nvSpPr>
        <p:spPr>
          <a:xfrm>
            <a:off x="1943101" y="8953500"/>
            <a:ext cx="10958850" cy="41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61"/>
          <p:cNvSpPr txBox="1"/>
          <p:nvPr>
            <p:ph idx="12" type="sldNum"/>
          </p:nvPr>
        </p:nvSpPr>
        <p:spPr>
          <a:xfrm>
            <a:off x="15530851" y="8953500"/>
            <a:ext cx="814045" cy="419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image" Target="../media/image3.png"/><Relationship Id="rId3" Type="http://schemas.openxmlformats.org/officeDocument/2006/relationships/image" Target="../media/image16.png"/><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image" Target="../media/image3.png"/><Relationship Id="rId3" Type="http://schemas.openxmlformats.org/officeDocument/2006/relationships/image" Target="../media/image16.png"/><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image" Target="../media/image3.png"/><Relationship Id="rId3" Type="http://schemas.openxmlformats.org/officeDocument/2006/relationships/image" Target="../media/image16.png"/><Relationship Id="rId4" Type="http://schemas.openxmlformats.org/officeDocument/2006/relationships/slideLayout" Target="../slideLayouts/slideLayout9.xml"/><Relationship Id="rId10" Type="http://schemas.openxmlformats.org/officeDocument/2006/relationships/theme" Target="../theme/theme2.xml"/><Relationship Id="rId9" Type="http://schemas.openxmlformats.org/officeDocument/2006/relationships/slideLayout" Target="../slideLayouts/slideLayout14.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5" name="Shape 15"/>
        <p:cNvGrpSpPr/>
        <p:nvPr/>
      </p:nvGrpSpPr>
      <p:grpSpPr>
        <a:xfrm>
          <a:off x="0" y="0"/>
          <a:ext cx="0" cy="0"/>
          <a:chOff x="0" y="0"/>
          <a:chExt cx="0" cy="0"/>
        </a:xfrm>
      </p:grpSpPr>
      <p:grpSp>
        <p:nvGrpSpPr>
          <p:cNvPr id="16" name="Google Shape;16;p46"/>
          <p:cNvGrpSpPr/>
          <p:nvPr/>
        </p:nvGrpSpPr>
        <p:grpSpPr>
          <a:xfrm>
            <a:off x="-23604" y="0"/>
            <a:ext cx="18344943" cy="10284321"/>
            <a:chOff x="-23604" y="0"/>
            <a:chExt cx="18344943" cy="10284321"/>
          </a:xfrm>
        </p:grpSpPr>
        <p:pic>
          <p:nvPicPr>
            <p:cNvPr descr="HD-PanelContent.png" id="17" name="Google Shape;17;p46"/>
            <p:cNvPicPr preferRelativeResize="0"/>
            <p:nvPr/>
          </p:nvPicPr>
          <p:blipFill rotWithShape="1">
            <a:blip r:embed="rId2">
              <a:alphaModFix/>
            </a:blip>
            <a:srcRect b="0" l="0" r="0" t="0"/>
            <a:stretch/>
          </p:blipFill>
          <p:spPr>
            <a:xfrm>
              <a:off x="0" y="0"/>
              <a:ext cx="18283237" cy="10284321"/>
            </a:xfrm>
            <a:prstGeom prst="rect">
              <a:avLst/>
            </a:prstGeom>
            <a:noFill/>
            <a:ln>
              <a:noFill/>
            </a:ln>
          </p:spPr>
        </p:pic>
        <p:sp>
          <p:nvSpPr>
            <p:cNvPr id="18" name="Google Shape;18;p46"/>
            <p:cNvSpPr/>
            <p:nvPr/>
          </p:nvSpPr>
          <p:spPr>
            <a:xfrm>
              <a:off x="912018" y="914400"/>
              <a:ext cx="16459200" cy="8458200"/>
            </a:xfrm>
            <a:prstGeom prst="rect">
              <a:avLst/>
            </a:prstGeom>
            <a:noFill/>
            <a:ln cap="flat" cmpd="sng" w="15875">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dk1"/>
                </a:solidFill>
                <a:latin typeface="Garamond"/>
                <a:ea typeface="Garamond"/>
                <a:cs typeface="Garamond"/>
                <a:sym typeface="Garamond"/>
              </a:endParaRPr>
            </a:p>
          </p:txBody>
        </p:sp>
        <p:pic>
          <p:nvPicPr>
            <p:cNvPr descr="HDRibbonContent-UniformTrim.png" id="19" name="Google Shape;19;p46"/>
            <p:cNvPicPr preferRelativeResize="0"/>
            <p:nvPr/>
          </p:nvPicPr>
          <p:blipFill rotWithShape="1">
            <a:blip r:embed="rId3">
              <a:alphaModFix/>
            </a:blip>
            <a:srcRect b="0" l="0" r="0" t="0"/>
            <a:stretch/>
          </p:blipFill>
          <p:spPr>
            <a:xfrm>
              <a:off x="-23604" y="4730748"/>
              <a:ext cx="1165860" cy="909637"/>
            </a:xfrm>
            <a:prstGeom prst="rect">
              <a:avLst/>
            </a:prstGeom>
            <a:noFill/>
            <a:ln>
              <a:noFill/>
            </a:ln>
          </p:spPr>
        </p:pic>
        <p:pic>
          <p:nvPicPr>
            <p:cNvPr descr="HDRibbonContent-UniformTrim.png" id="20" name="Google Shape;20;p46"/>
            <p:cNvPicPr preferRelativeResize="0"/>
            <p:nvPr/>
          </p:nvPicPr>
          <p:blipFill rotWithShape="1">
            <a:blip r:embed="rId3">
              <a:alphaModFix/>
            </a:blip>
            <a:srcRect b="0" l="0" r="0" t="0"/>
            <a:stretch/>
          </p:blipFill>
          <p:spPr>
            <a:xfrm>
              <a:off x="17155479" y="4730748"/>
              <a:ext cx="1165860" cy="909637"/>
            </a:xfrm>
            <a:prstGeom prst="rect">
              <a:avLst/>
            </a:prstGeom>
            <a:noFill/>
            <a:ln>
              <a:noFill/>
            </a:ln>
          </p:spPr>
        </p:pic>
      </p:grpSp>
      <p:sp>
        <p:nvSpPr>
          <p:cNvPr id="21" name="Google Shape;21;p46"/>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262626"/>
              </a:buClr>
              <a:buSzPts val="6600"/>
              <a:buFont typeface="Garamond"/>
              <a:buNone/>
              <a:defRPr b="0" i="0" sz="6600" u="none" cap="none" strike="noStrike">
                <a:solidFill>
                  <a:srgbClr val="262626"/>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46"/>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a:bodyPr>
          <a:lstStyle>
            <a:lvl1pPr indent="-491490" lvl="0" marL="457200" marR="0" rtl="0" algn="l">
              <a:spcBef>
                <a:spcPts val="720"/>
              </a:spcBef>
              <a:spcAft>
                <a:spcPts val="0"/>
              </a:spcAft>
              <a:buClr>
                <a:schemeClr val="accent1"/>
              </a:buClr>
              <a:buSzPts val="4140"/>
              <a:buFont typeface="Arial"/>
              <a:buChar char="•"/>
              <a:defRPr b="0" i="0" sz="3600" u="none" cap="none" strike="noStrike">
                <a:solidFill>
                  <a:srgbClr val="262626"/>
                </a:solidFill>
                <a:latin typeface="Garamond"/>
                <a:ea typeface="Garamond"/>
                <a:cs typeface="Garamond"/>
                <a:sym typeface="Garamond"/>
              </a:defRPr>
            </a:lvl1pPr>
            <a:lvl2pPr indent="-447675" lvl="1" marL="914400" marR="0" rtl="0" algn="l">
              <a:spcBef>
                <a:spcPts val="600"/>
              </a:spcBef>
              <a:spcAft>
                <a:spcPts val="0"/>
              </a:spcAft>
              <a:buClr>
                <a:schemeClr val="accent1"/>
              </a:buClr>
              <a:buSzPts val="3450"/>
              <a:buFont typeface="Arial"/>
              <a:buChar char="•"/>
              <a:defRPr b="0" i="0" sz="3000" u="none" cap="none" strike="noStrike">
                <a:solidFill>
                  <a:srgbClr val="262626"/>
                </a:solidFill>
                <a:latin typeface="Garamond"/>
                <a:ea typeface="Garamond"/>
                <a:cs typeface="Garamond"/>
                <a:sym typeface="Garamond"/>
              </a:defRPr>
            </a:lvl2pPr>
            <a:lvl3pPr indent="-425767" lvl="2" marL="1371600" marR="0" rtl="0" algn="l">
              <a:spcBef>
                <a:spcPts val="600"/>
              </a:spcBef>
              <a:spcAft>
                <a:spcPts val="0"/>
              </a:spcAft>
              <a:buClr>
                <a:schemeClr val="accent1"/>
              </a:buClr>
              <a:buSzPts val="3105"/>
              <a:buFont typeface="Arial"/>
              <a:buChar char="•"/>
              <a:defRPr b="0" i="0" sz="2700" u="none" cap="none" strike="noStrike">
                <a:solidFill>
                  <a:srgbClr val="262626"/>
                </a:solidFill>
                <a:latin typeface="Garamond"/>
                <a:ea typeface="Garamond"/>
                <a:cs typeface="Garamond"/>
                <a:sym typeface="Garamond"/>
              </a:defRPr>
            </a:lvl3pPr>
            <a:lvl4pPr indent="-403860" lvl="3" marL="1828800" marR="0" rtl="0" algn="l">
              <a:spcBef>
                <a:spcPts val="600"/>
              </a:spcBef>
              <a:spcAft>
                <a:spcPts val="0"/>
              </a:spcAft>
              <a:buClr>
                <a:schemeClr val="accent1"/>
              </a:buClr>
              <a:buSzPts val="2760"/>
              <a:buFont typeface="Arial"/>
              <a:buChar char="•"/>
              <a:defRPr b="0" i="0" sz="2400" u="none" cap="none" strike="noStrike">
                <a:solidFill>
                  <a:srgbClr val="262626"/>
                </a:solidFill>
                <a:latin typeface="Garamond"/>
                <a:ea typeface="Garamond"/>
                <a:cs typeface="Garamond"/>
                <a:sym typeface="Garamond"/>
              </a:defRPr>
            </a:lvl4pPr>
            <a:lvl5pPr indent="-381952" lvl="4" marL="2286000" marR="0" rtl="0" algn="l">
              <a:spcBef>
                <a:spcPts val="600"/>
              </a:spcBef>
              <a:spcAft>
                <a:spcPts val="0"/>
              </a:spcAft>
              <a:buClr>
                <a:schemeClr val="accent1"/>
              </a:buClr>
              <a:buSzPts val="2415"/>
              <a:buFont typeface="Arial"/>
              <a:buChar char="•"/>
              <a:defRPr b="0" i="0" sz="2100" u="none" cap="none" strike="noStrike">
                <a:solidFill>
                  <a:srgbClr val="262626"/>
                </a:solidFill>
                <a:latin typeface="Garamond"/>
                <a:ea typeface="Garamond"/>
                <a:cs typeface="Garamond"/>
                <a:sym typeface="Garamond"/>
              </a:defRPr>
            </a:lvl5pPr>
            <a:lvl6pPr indent="-381952" lvl="5" marL="2743200" marR="0" rtl="0" algn="l">
              <a:spcBef>
                <a:spcPts val="600"/>
              </a:spcBef>
              <a:spcAft>
                <a:spcPts val="0"/>
              </a:spcAft>
              <a:buClr>
                <a:schemeClr val="accent1"/>
              </a:buClr>
              <a:buSzPts val="2415"/>
              <a:buFont typeface="Arial"/>
              <a:buChar char="•"/>
              <a:defRPr b="0" i="0" sz="2100" u="none" cap="none" strike="noStrike">
                <a:solidFill>
                  <a:srgbClr val="262626"/>
                </a:solidFill>
                <a:latin typeface="Garamond"/>
                <a:ea typeface="Garamond"/>
                <a:cs typeface="Garamond"/>
                <a:sym typeface="Garamond"/>
              </a:defRPr>
            </a:lvl6pPr>
            <a:lvl7pPr indent="-381952" lvl="6" marL="3200400" marR="0" rtl="0" algn="l">
              <a:spcBef>
                <a:spcPts val="600"/>
              </a:spcBef>
              <a:spcAft>
                <a:spcPts val="0"/>
              </a:spcAft>
              <a:buClr>
                <a:schemeClr val="accent1"/>
              </a:buClr>
              <a:buSzPts val="2415"/>
              <a:buFont typeface="Arial"/>
              <a:buChar char="•"/>
              <a:defRPr b="0" i="0" sz="2100" u="none" cap="none" strike="noStrike">
                <a:solidFill>
                  <a:srgbClr val="262626"/>
                </a:solidFill>
                <a:latin typeface="Garamond"/>
                <a:ea typeface="Garamond"/>
                <a:cs typeface="Garamond"/>
                <a:sym typeface="Garamond"/>
              </a:defRPr>
            </a:lvl7pPr>
            <a:lvl8pPr indent="-381952" lvl="7" marL="3657600" marR="0" rtl="0" algn="l">
              <a:spcBef>
                <a:spcPts val="600"/>
              </a:spcBef>
              <a:spcAft>
                <a:spcPts val="0"/>
              </a:spcAft>
              <a:buClr>
                <a:schemeClr val="accent1"/>
              </a:buClr>
              <a:buSzPts val="2415"/>
              <a:buFont typeface="Arial"/>
              <a:buChar char="•"/>
              <a:defRPr b="0" i="0" sz="2100" u="none" cap="none" strike="noStrike">
                <a:solidFill>
                  <a:srgbClr val="262626"/>
                </a:solidFill>
                <a:latin typeface="Garamond"/>
                <a:ea typeface="Garamond"/>
                <a:cs typeface="Garamond"/>
                <a:sym typeface="Garamond"/>
              </a:defRPr>
            </a:lvl8pPr>
            <a:lvl9pPr indent="-381952" lvl="8" marL="4114800" marR="0" rtl="0" algn="l">
              <a:spcBef>
                <a:spcPts val="600"/>
              </a:spcBef>
              <a:spcAft>
                <a:spcPts val="600"/>
              </a:spcAft>
              <a:buClr>
                <a:schemeClr val="accent1"/>
              </a:buClr>
              <a:buSzPts val="2415"/>
              <a:buFont typeface="Arial"/>
              <a:buChar char="•"/>
              <a:defRPr b="0" i="0" sz="2100" u="none" cap="none" strike="noStrike">
                <a:solidFill>
                  <a:srgbClr val="262626"/>
                </a:solidFill>
                <a:latin typeface="Garamond"/>
                <a:ea typeface="Garamond"/>
                <a:cs typeface="Garamond"/>
                <a:sym typeface="Garamond"/>
              </a:defRPr>
            </a:lvl9pPr>
          </a:lstStyle>
          <a:p/>
        </p:txBody>
      </p:sp>
      <p:sp>
        <p:nvSpPr>
          <p:cNvPr id="23" name="Google Shape;23;p46"/>
          <p:cNvSpPr txBox="1"/>
          <p:nvPr>
            <p:ph idx="10" type="dt"/>
          </p:nvPr>
        </p:nvSpPr>
        <p:spPr>
          <a:xfrm>
            <a:off x="13016251" y="8953500"/>
            <a:ext cx="2400300" cy="4191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5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9pPr>
          </a:lstStyle>
          <a:p/>
        </p:txBody>
      </p:sp>
      <p:sp>
        <p:nvSpPr>
          <p:cNvPr id="24" name="Google Shape;24;p46"/>
          <p:cNvSpPr txBox="1"/>
          <p:nvPr>
            <p:ph idx="11" type="ftr"/>
          </p:nvPr>
        </p:nvSpPr>
        <p:spPr>
          <a:xfrm>
            <a:off x="1943101" y="8953500"/>
            <a:ext cx="10958850" cy="4191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5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9pPr>
          </a:lstStyle>
          <a:p/>
        </p:txBody>
      </p:sp>
      <p:sp>
        <p:nvSpPr>
          <p:cNvPr id="25" name="Google Shape;25;p46"/>
          <p:cNvSpPr txBox="1"/>
          <p:nvPr>
            <p:ph idx="12" type="sldNum"/>
          </p:nvPr>
        </p:nvSpPr>
        <p:spPr>
          <a:xfrm>
            <a:off x="15530851" y="8953500"/>
            <a:ext cx="814045" cy="419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500" u="none" cap="none" strike="noStrike">
                <a:solidFill>
                  <a:schemeClr val="dk1"/>
                </a:solidFill>
                <a:latin typeface="Garamond"/>
                <a:ea typeface="Garamond"/>
                <a:cs typeface="Garamond"/>
                <a:sym typeface="Garamond"/>
              </a:defRPr>
            </a:lvl1pPr>
            <a:lvl2pPr indent="0" lvl="1" marL="0" marR="0" rtl="0" algn="r">
              <a:spcBef>
                <a:spcPts val="0"/>
              </a:spcBef>
              <a:buNone/>
              <a:defRPr b="0" i="0" sz="1500" u="none" cap="none" strike="noStrike">
                <a:solidFill>
                  <a:schemeClr val="dk1"/>
                </a:solidFill>
                <a:latin typeface="Garamond"/>
                <a:ea typeface="Garamond"/>
                <a:cs typeface="Garamond"/>
                <a:sym typeface="Garamond"/>
              </a:defRPr>
            </a:lvl2pPr>
            <a:lvl3pPr indent="0" lvl="2" marL="0" marR="0" rtl="0" algn="r">
              <a:spcBef>
                <a:spcPts val="0"/>
              </a:spcBef>
              <a:buNone/>
              <a:defRPr b="0" i="0" sz="1500" u="none" cap="none" strike="noStrike">
                <a:solidFill>
                  <a:schemeClr val="dk1"/>
                </a:solidFill>
                <a:latin typeface="Garamond"/>
                <a:ea typeface="Garamond"/>
                <a:cs typeface="Garamond"/>
                <a:sym typeface="Garamond"/>
              </a:defRPr>
            </a:lvl3pPr>
            <a:lvl4pPr indent="0" lvl="3" marL="0" marR="0" rtl="0" algn="r">
              <a:spcBef>
                <a:spcPts val="0"/>
              </a:spcBef>
              <a:buNone/>
              <a:defRPr b="0" i="0" sz="1500" u="none" cap="none" strike="noStrike">
                <a:solidFill>
                  <a:schemeClr val="dk1"/>
                </a:solidFill>
                <a:latin typeface="Garamond"/>
                <a:ea typeface="Garamond"/>
                <a:cs typeface="Garamond"/>
                <a:sym typeface="Garamond"/>
              </a:defRPr>
            </a:lvl4pPr>
            <a:lvl5pPr indent="0" lvl="4" marL="0" marR="0" rtl="0" algn="r">
              <a:spcBef>
                <a:spcPts val="0"/>
              </a:spcBef>
              <a:buNone/>
              <a:defRPr b="0" i="0" sz="1500" u="none" cap="none" strike="noStrike">
                <a:solidFill>
                  <a:schemeClr val="dk1"/>
                </a:solidFill>
                <a:latin typeface="Garamond"/>
                <a:ea typeface="Garamond"/>
                <a:cs typeface="Garamond"/>
                <a:sym typeface="Garamond"/>
              </a:defRPr>
            </a:lvl5pPr>
            <a:lvl6pPr indent="0" lvl="5" marL="0" marR="0" rtl="0" algn="r">
              <a:spcBef>
                <a:spcPts val="0"/>
              </a:spcBef>
              <a:buNone/>
              <a:defRPr b="0" i="0" sz="1500" u="none" cap="none" strike="noStrike">
                <a:solidFill>
                  <a:schemeClr val="dk1"/>
                </a:solidFill>
                <a:latin typeface="Garamond"/>
                <a:ea typeface="Garamond"/>
                <a:cs typeface="Garamond"/>
                <a:sym typeface="Garamond"/>
              </a:defRPr>
            </a:lvl6pPr>
            <a:lvl7pPr indent="0" lvl="6" marL="0" marR="0" rtl="0" algn="r">
              <a:spcBef>
                <a:spcPts val="0"/>
              </a:spcBef>
              <a:buNone/>
              <a:defRPr b="0" i="0" sz="1500" u="none" cap="none" strike="noStrike">
                <a:solidFill>
                  <a:schemeClr val="dk1"/>
                </a:solidFill>
                <a:latin typeface="Garamond"/>
                <a:ea typeface="Garamond"/>
                <a:cs typeface="Garamond"/>
                <a:sym typeface="Garamond"/>
              </a:defRPr>
            </a:lvl7pPr>
            <a:lvl8pPr indent="0" lvl="7" marL="0" marR="0" rtl="0" algn="r">
              <a:spcBef>
                <a:spcPts val="0"/>
              </a:spcBef>
              <a:buNone/>
              <a:defRPr b="0" i="0" sz="1500" u="none" cap="none" strike="noStrike">
                <a:solidFill>
                  <a:schemeClr val="dk1"/>
                </a:solidFill>
                <a:latin typeface="Garamond"/>
                <a:ea typeface="Garamond"/>
                <a:cs typeface="Garamond"/>
                <a:sym typeface="Garamond"/>
              </a:defRPr>
            </a:lvl8pPr>
            <a:lvl9pPr indent="0" lvl="8" marL="0" marR="0" rtl="0" algn="r">
              <a:spcBef>
                <a:spcPts val="0"/>
              </a:spcBef>
              <a:buNone/>
              <a:defRPr b="0" i="0" sz="1500" u="none" cap="none" strike="noStrike">
                <a:solidFill>
                  <a:schemeClr val="dk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49" name="Shape 49"/>
        <p:cNvGrpSpPr/>
        <p:nvPr/>
      </p:nvGrpSpPr>
      <p:grpSpPr>
        <a:xfrm>
          <a:off x="0" y="0"/>
          <a:ext cx="0" cy="0"/>
          <a:chOff x="0" y="0"/>
          <a:chExt cx="0" cy="0"/>
        </a:xfrm>
      </p:grpSpPr>
      <p:grpSp>
        <p:nvGrpSpPr>
          <p:cNvPr id="50" name="Google Shape;50;p50"/>
          <p:cNvGrpSpPr/>
          <p:nvPr/>
        </p:nvGrpSpPr>
        <p:grpSpPr>
          <a:xfrm>
            <a:off x="-23604" y="0"/>
            <a:ext cx="18344943" cy="10284321"/>
            <a:chOff x="-23604" y="0"/>
            <a:chExt cx="18344943" cy="10284321"/>
          </a:xfrm>
        </p:grpSpPr>
        <p:pic>
          <p:nvPicPr>
            <p:cNvPr descr="HD-PanelContent.png" id="51" name="Google Shape;51;p50"/>
            <p:cNvPicPr preferRelativeResize="0"/>
            <p:nvPr/>
          </p:nvPicPr>
          <p:blipFill rotWithShape="1">
            <a:blip r:embed="rId2">
              <a:alphaModFix/>
            </a:blip>
            <a:srcRect b="0" l="0" r="0" t="0"/>
            <a:stretch/>
          </p:blipFill>
          <p:spPr>
            <a:xfrm>
              <a:off x="0" y="0"/>
              <a:ext cx="18283237" cy="10284321"/>
            </a:xfrm>
            <a:prstGeom prst="rect">
              <a:avLst/>
            </a:prstGeom>
            <a:noFill/>
            <a:ln>
              <a:noFill/>
            </a:ln>
          </p:spPr>
        </p:pic>
        <p:sp>
          <p:nvSpPr>
            <p:cNvPr id="52" name="Google Shape;52;p50"/>
            <p:cNvSpPr/>
            <p:nvPr/>
          </p:nvSpPr>
          <p:spPr>
            <a:xfrm>
              <a:off x="912018" y="914400"/>
              <a:ext cx="16459200" cy="8458200"/>
            </a:xfrm>
            <a:prstGeom prst="rect">
              <a:avLst/>
            </a:prstGeom>
            <a:noFill/>
            <a:ln cap="flat" cmpd="sng" w="15875">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dk1"/>
                </a:solidFill>
                <a:latin typeface="Garamond"/>
                <a:ea typeface="Garamond"/>
                <a:cs typeface="Garamond"/>
                <a:sym typeface="Garamond"/>
              </a:endParaRPr>
            </a:p>
          </p:txBody>
        </p:sp>
        <p:pic>
          <p:nvPicPr>
            <p:cNvPr descr="HDRibbonContent-UniformTrim.png" id="53" name="Google Shape;53;p50"/>
            <p:cNvPicPr preferRelativeResize="0"/>
            <p:nvPr/>
          </p:nvPicPr>
          <p:blipFill rotWithShape="1">
            <a:blip r:embed="rId3">
              <a:alphaModFix/>
            </a:blip>
            <a:srcRect b="0" l="0" r="0" t="0"/>
            <a:stretch/>
          </p:blipFill>
          <p:spPr>
            <a:xfrm>
              <a:off x="-23604" y="4730748"/>
              <a:ext cx="1165860" cy="909637"/>
            </a:xfrm>
            <a:prstGeom prst="rect">
              <a:avLst/>
            </a:prstGeom>
            <a:noFill/>
            <a:ln>
              <a:noFill/>
            </a:ln>
          </p:spPr>
        </p:pic>
        <p:pic>
          <p:nvPicPr>
            <p:cNvPr descr="HDRibbonContent-UniformTrim.png" id="54" name="Google Shape;54;p50"/>
            <p:cNvPicPr preferRelativeResize="0"/>
            <p:nvPr/>
          </p:nvPicPr>
          <p:blipFill rotWithShape="1">
            <a:blip r:embed="rId3">
              <a:alphaModFix/>
            </a:blip>
            <a:srcRect b="0" l="0" r="0" t="0"/>
            <a:stretch/>
          </p:blipFill>
          <p:spPr>
            <a:xfrm>
              <a:off x="17155479" y="4730748"/>
              <a:ext cx="1165860" cy="909637"/>
            </a:xfrm>
            <a:prstGeom prst="rect">
              <a:avLst/>
            </a:prstGeom>
            <a:noFill/>
            <a:ln>
              <a:noFill/>
            </a:ln>
          </p:spPr>
        </p:pic>
      </p:grpSp>
      <p:sp>
        <p:nvSpPr>
          <p:cNvPr id="55" name="Google Shape;55;p50"/>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262626"/>
              </a:buClr>
              <a:buSzPts val="6600"/>
              <a:buFont typeface="Garamond"/>
              <a:buNone/>
              <a:defRPr b="0" i="0" sz="6600" u="none" cap="none" strike="noStrike">
                <a:solidFill>
                  <a:srgbClr val="262626"/>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56" name="Google Shape;56;p50"/>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a:bodyPr>
          <a:lstStyle>
            <a:lvl1pPr indent="-491490" lvl="0" marL="457200" marR="0" rtl="0" algn="l">
              <a:spcBef>
                <a:spcPts val="720"/>
              </a:spcBef>
              <a:spcAft>
                <a:spcPts val="0"/>
              </a:spcAft>
              <a:buClr>
                <a:schemeClr val="accent1"/>
              </a:buClr>
              <a:buSzPts val="4140"/>
              <a:buFont typeface="Arial"/>
              <a:buChar char="•"/>
              <a:defRPr b="0" i="0" sz="3600" u="none" cap="none" strike="noStrike">
                <a:solidFill>
                  <a:srgbClr val="262626"/>
                </a:solidFill>
                <a:latin typeface="Garamond"/>
                <a:ea typeface="Garamond"/>
                <a:cs typeface="Garamond"/>
                <a:sym typeface="Garamond"/>
              </a:defRPr>
            </a:lvl1pPr>
            <a:lvl2pPr indent="-447675" lvl="1" marL="914400" marR="0" rtl="0" algn="l">
              <a:spcBef>
                <a:spcPts val="600"/>
              </a:spcBef>
              <a:spcAft>
                <a:spcPts val="0"/>
              </a:spcAft>
              <a:buClr>
                <a:schemeClr val="accent1"/>
              </a:buClr>
              <a:buSzPts val="3450"/>
              <a:buFont typeface="Arial"/>
              <a:buChar char="•"/>
              <a:defRPr b="0" i="0" sz="3000" u="none" cap="none" strike="noStrike">
                <a:solidFill>
                  <a:srgbClr val="262626"/>
                </a:solidFill>
                <a:latin typeface="Garamond"/>
                <a:ea typeface="Garamond"/>
                <a:cs typeface="Garamond"/>
                <a:sym typeface="Garamond"/>
              </a:defRPr>
            </a:lvl2pPr>
            <a:lvl3pPr indent="-425767" lvl="2" marL="1371600" marR="0" rtl="0" algn="l">
              <a:spcBef>
                <a:spcPts val="600"/>
              </a:spcBef>
              <a:spcAft>
                <a:spcPts val="0"/>
              </a:spcAft>
              <a:buClr>
                <a:schemeClr val="accent1"/>
              </a:buClr>
              <a:buSzPts val="3105"/>
              <a:buFont typeface="Arial"/>
              <a:buChar char="•"/>
              <a:defRPr b="0" i="0" sz="2700" u="none" cap="none" strike="noStrike">
                <a:solidFill>
                  <a:srgbClr val="262626"/>
                </a:solidFill>
                <a:latin typeface="Garamond"/>
                <a:ea typeface="Garamond"/>
                <a:cs typeface="Garamond"/>
                <a:sym typeface="Garamond"/>
              </a:defRPr>
            </a:lvl3pPr>
            <a:lvl4pPr indent="-403860" lvl="3" marL="1828800" marR="0" rtl="0" algn="l">
              <a:spcBef>
                <a:spcPts val="600"/>
              </a:spcBef>
              <a:spcAft>
                <a:spcPts val="0"/>
              </a:spcAft>
              <a:buClr>
                <a:schemeClr val="accent1"/>
              </a:buClr>
              <a:buSzPts val="2760"/>
              <a:buFont typeface="Arial"/>
              <a:buChar char="•"/>
              <a:defRPr b="0" i="0" sz="2400" u="none" cap="none" strike="noStrike">
                <a:solidFill>
                  <a:srgbClr val="262626"/>
                </a:solidFill>
                <a:latin typeface="Garamond"/>
                <a:ea typeface="Garamond"/>
                <a:cs typeface="Garamond"/>
                <a:sym typeface="Garamond"/>
              </a:defRPr>
            </a:lvl4pPr>
            <a:lvl5pPr indent="-381952" lvl="4" marL="2286000" marR="0" rtl="0" algn="l">
              <a:spcBef>
                <a:spcPts val="600"/>
              </a:spcBef>
              <a:spcAft>
                <a:spcPts val="0"/>
              </a:spcAft>
              <a:buClr>
                <a:schemeClr val="accent1"/>
              </a:buClr>
              <a:buSzPts val="2415"/>
              <a:buFont typeface="Arial"/>
              <a:buChar char="•"/>
              <a:defRPr b="0" i="0" sz="2100" u="none" cap="none" strike="noStrike">
                <a:solidFill>
                  <a:srgbClr val="262626"/>
                </a:solidFill>
                <a:latin typeface="Garamond"/>
                <a:ea typeface="Garamond"/>
                <a:cs typeface="Garamond"/>
                <a:sym typeface="Garamond"/>
              </a:defRPr>
            </a:lvl5pPr>
            <a:lvl6pPr indent="-381952" lvl="5" marL="2743200" marR="0" rtl="0" algn="l">
              <a:spcBef>
                <a:spcPts val="600"/>
              </a:spcBef>
              <a:spcAft>
                <a:spcPts val="0"/>
              </a:spcAft>
              <a:buClr>
                <a:schemeClr val="accent1"/>
              </a:buClr>
              <a:buSzPts val="2415"/>
              <a:buFont typeface="Arial"/>
              <a:buChar char="•"/>
              <a:defRPr b="0" i="0" sz="2100" u="none" cap="none" strike="noStrike">
                <a:solidFill>
                  <a:srgbClr val="262626"/>
                </a:solidFill>
                <a:latin typeface="Garamond"/>
                <a:ea typeface="Garamond"/>
                <a:cs typeface="Garamond"/>
                <a:sym typeface="Garamond"/>
              </a:defRPr>
            </a:lvl6pPr>
            <a:lvl7pPr indent="-381952" lvl="6" marL="3200400" marR="0" rtl="0" algn="l">
              <a:spcBef>
                <a:spcPts val="600"/>
              </a:spcBef>
              <a:spcAft>
                <a:spcPts val="0"/>
              </a:spcAft>
              <a:buClr>
                <a:schemeClr val="accent1"/>
              </a:buClr>
              <a:buSzPts val="2415"/>
              <a:buFont typeface="Arial"/>
              <a:buChar char="•"/>
              <a:defRPr b="0" i="0" sz="2100" u="none" cap="none" strike="noStrike">
                <a:solidFill>
                  <a:srgbClr val="262626"/>
                </a:solidFill>
                <a:latin typeface="Garamond"/>
                <a:ea typeface="Garamond"/>
                <a:cs typeface="Garamond"/>
                <a:sym typeface="Garamond"/>
              </a:defRPr>
            </a:lvl7pPr>
            <a:lvl8pPr indent="-381952" lvl="7" marL="3657600" marR="0" rtl="0" algn="l">
              <a:spcBef>
                <a:spcPts val="600"/>
              </a:spcBef>
              <a:spcAft>
                <a:spcPts val="0"/>
              </a:spcAft>
              <a:buClr>
                <a:schemeClr val="accent1"/>
              </a:buClr>
              <a:buSzPts val="2415"/>
              <a:buFont typeface="Arial"/>
              <a:buChar char="•"/>
              <a:defRPr b="0" i="0" sz="2100" u="none" cap="none" strike="noStrike">
                <a:solidFill>
                  <a:srgbClr val="262626"/>
                </a:solidFill>
                <a:latin typeface="Garamond"/>
                <a:ea typeface="Garamond"/>
                <a:cs typeface="Garamond"/>
                <a:sym typeface="Garamond"/>
              </a:defRPr>
            </a:lvl8pPr>
            <a:lvl9pPr indent="-381952" lvl="8" marL="4114800" marR="0" rtl="0" algn="l">
              <a:spcBef>
                <a:spcPts val="600"/>
              </a:spcBef>
              <a:spcAft>
                <a:spcPts val="600"/>
              </a:spcAft>
              <a:buClr>
                <a:schemeClr val="accent1"/>
              </a:buClr>
              <a:buSzPts val="2415"/>
              <a:buFont typeface="Arial"/>
              <a:buChar char="•"/>
              <a:defRPr b="0" i="0" sz="2100" u="none" cap="none" strike="noStrike">
                <a:solidFill>
                  <a:srgbClr val="262626"/>
                </a:solidFill>
                <a:latin typeface="Garamond"/>
                <a:ea typeface="Garamond"/>
                <a:cs typeface="Garamond"/>
                <a:sym typeface="Garamond"/>
              </a:defRPr>
            </a:lvl9pPr>
          </a:lstStyle>
          <a:p/>
        </p:txBody>
      </p:sp>
      <p:sp>
        <p:nvSpPr>
          <p:cNvPr id="57" name="Google Shape;57;p50"/>
          <p:cNvSpPr txBox="1"/>
          <p:nvPr>
            <p:ph idx="10" type="dt"/>
          </p:nvPr>
        </p:nvSpPr>
        <p:spPr>
          <a:xfrm>
            <a:off x="13016251" y="8953500"/>
            <a:ext cx="2400300" cy="4191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5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9pPr>
          </a:lstStyle>
          <a:p/>
        </p:txBody>
      </p:sp>
      <p:sp>
        <p:nvSpPr>
          <p:cNvPr id="58" name="Google Shape;58;p50"/>
          <p:cNvSpPr txBox="1"/>
          <p:nvPr>
            <p:ph idx="11" type="ftr"/>
          </p:nvPr>
        </p:nvSpPr>
        <p:spPr>
          <a:xfrm>
            <a:off x="1943101" y="8953500"/>
            <a:ext cx="10958850" cy="4191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5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9pPr>
          </a:lstStyle>
          <a:p/>
        </p:txBody>
      </p:sp>
      <p:sp>
        <p:nvSpPr>
          <p:cNvPr id="59" name="Google Shape;59;p50"/>
          <p:cNvSpPr txBox="1"/>
          <p:nvPr>
            <p:ph idx="12" type="sldNum"/>
          </p:nvPr>
        </p:nvSpPr>
        <p:spPr>
          <a:xfrm>
            <a:off x="15530851" y="8953500"/>
            <a:ext cx="814045" cy="419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500" u="none" cap="none" strike="noStrike">
                <a:solidFill>
                  <a:schemeClr val="dk1"/>
                </a:solidFill>
                <a:latin typeface="Garamond"/>
                <a:ea typeface="Garamond"/>
                <a:cs typeface="Garamond"/>
                <a:sym typeface="Garamond"/>
              </a:defRPr>
            </a:lvl1pPr>
            <a:lvl2pPr indent="0" lvl="1" marL="0" marR="0" rtl="0" algn="r">
              <a:spcBef>
                <a:spcPts val="0"/>
              </a:spcBef>
              <a:buNone/>
              <a:defRPr b="0" i="0" sz="1500" u="none" cap="none" strike="noStrike">
                <a:solidFill>
                  <a:schemeClr val="dk1"/>
                </a:solidFill>
                <a:latin typeface="Garamond"/>
                <a:ea typeface="Garamond"/>
                <a:cs typeface="Garamond"/>
                <a:sym typeface="Garamond"/>
              </a:defRPr>
            </a:lvl2pPr>
            <a:lvl3pPr indent="0" lvl="2" marL="0" marR="0" rtl="0" algn="r">
              <a:spcBef>
                <a:spcPts val="0"/>
              </a:spcBef>
              <a:buNone/>
              <a:defRPr b="0" i="0" sz="1500" u="none" cap="none" strike="noStrike">
                <a:solidFill>
                  <a:schemeClr val="dk1"/>
                </a:solidFill>
                <a:latin typeface="Garamond"/>
                <a:ea typeface="Garamond"/>
                <a:cs typeface="Garamond"/>
                <a:sym typeface="Garamond"/>
              </a:defRPr>
            </a:lvl3pPr>
            <a:lvl4pPr indent="0" lvl="3" marL="0" marR="0" rtl="0" algn="r">
              <a:spcBef>
                <a:spcPts val="0"/>
              </a:spcBef>
              <a:buNone/>
              <a:defRPr b="0" i="0" sz="1500" u="none" cap="none" strike="noStrike">
                <a:solidFill>
                  <a:schemeClr val="dk1"/>
                </a:solidFill>
                <a:latin typeface="Garamond"/>
                <a:ea typeface="Garamond"/>
                <a:cs typeface="Garamond"/>
                <a:sym typeface="Garamond"/>
              </a:defRPr>
            </a:lvl4pPr>
            <a:lvl5pPr indent="0" lvl="4" marL="0" marR="0" rtl="0" algn="r">
              <a:spcBef>
                <a:spcPts val="0"/>
              </a:spcBef>
              <a:buNone/>
              <a:defRPr b="0" i="0" sz="1500" u="none" cap="none" strike="noStrike">
                <a:solidFill>
                  <a:schemeClr val="dk1"/>
                </a:solidFill>
                <a:latin typeface="Garamond"/>
                <a:ea typeface="Garamond"/>
                <a:cs typeface="Garamond"/>
                <a:sym typeface="Garamond"/>
              </a:defRPr>
            </a:lvl5pPr>
            <a:lvl6pPr indent="0" lvl="5" marL="0" marR="0" rtl="0" algn="r">
              <a:spcBef>
                <a:spcPts val="0"/>
              </a:spcBef>
              <a:buNone/>
              <a:defRPr b="0" i="0" sz="1500" u="none" cap="none" strike="noStrike">
                <a:solidFill>
                  <a:schemeClr val="dk1"/>
                </a:solidFill>
                <a:latin typeface="Garamond"/>
                <a:ea typeface="Garamond"/>
                <a:cs typeface="Garamond"/>
                <a:sym typeface="Garamond"/>
              </a:defRPr>
            </a:lvl6pPr>
            <a:lvl7pPr indent="0" lvl="6" marL="0" marR="0" rtl="0" algn="r">
              <a:spcBef>
                <a:spcPts val="0"/>
              </a:spcBef>
              <a:buNone/>
              <a:defRPr b="0" i="0" sz="1500" u="none" cap="none" strike="noStrike">
                <a:solidFill>
                  <a:schemeClr val="dk1"/>
                </a:solidFill>
                <a:latin typeface="Garamond"/>
                <a:ea typeface="Garamond"/>
                <a:cs typeface="Garamond"/>
                <a:sym typeface="Garamond"/>
              </a:defRPr>
            </a:lvl7pPr>
            <a:lvl8pPr indent="0" lvl="7" marL="0" marR="0" rtl="0" algn="r">
              <a:spcBef>
                <a:spcPts val="0"/>
              </a:spcBef>
              <a:buNone/>
              <a:defRPr b="0" i="0" sz="1500" u="none" cap="none" strike="noStrike">
                <a:solidFill>
                  <a:schemeClr val="dk1"/>
                </a:solidFill>
                <a:latin typeface="Garamond"/>
                <a:ea typeface="Garamond"/>
                <a:cs typeface="Garamond"/>
                <a:sym typeface="Garamond"/>
              </a:defRPr>
            </a:lvl8pPr>
            <a:lvl9pPr indent="0" lvl="8" marL="0" marR="0" rtl="0" algn="r">
              <a:spcBef>
                <a:spcPts val="0"/>
              </a:spcBef>
              <a:buNone/>
              <a:defRPr b="0" i="0" sz="1500" u="none" cap="none" strike="noStrike">
                <a:solidFill>
                  <a:schemeClr val="dk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5" r:id="rId4"/>
    <p:sldLayoutId id="2147483656" r:id="rId5"/>
    <p:sldLayoutId id="2147483657" r:id="rId6"/>
    <p:sldLayoutId id="2147483658"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9" name="Shape 89"/>
        <p:cNvGrpSpPr/>
        <p:nvPr/>
      </p:nvGrpSpPr>
      <p:grpSpPr>
        <a:xfrm>
          <a:off x="0" y="0"/>
          <a:ext cx="0" cy="0"/>
          <a:chOff x="0" y="0"/>
          <a:chExt cx="0" cy="0"/>
        </a:xfrm>
      </p:grpSpPr>
      <p:grpSp>
        <p:nvGrpSpPr>
          <p:cNvPr id="90" name="Google Shape;90;p55"/>
          <p:cNvGrpSpPr/>
          <p:nvPr/>
        </p:nvGrpSpPr>
        <p:grpSpPr>
          <a:xfrm>
            <a:off x="-23604" y="0"/>
            <a:ext cx="18344943" cy="10284321"/>
            <a:chOff x="-23604" y="0"/>
            <a:chExt cx="18344943" cy="10284321"/>
          </a:xfrm>
        </p:grpSpPr>
        <p:pic>
          <p:nvPicPr>
            <p:cNvPr descr="HD-PanelContent.png" id="91" name="Google Shape;91;p55"/>
            <p:cNvPicPr preferRelativeResize="0"/>
            <p:nvPr/>
          </p:nvPicPr>
          <p:blipFill rotWithShape="1">
            <a:blip r:embed="rId2">
              <a:alphaModFix/>
            </a:blip>
            <a:srcRect b="0" l="0" r="0" t="0"/>
            <a:stretch/>
          </p:blipFill>
          <p:spPr>
            <a:xfrm>
              <a:off x="0" y="0"/>
              <a:ext cx="18283237" cy="10284321"/>
            </a:xfrm>
            <a:prstGeom prst="rect">
              <a:avLst/>
            </a:prstGeom>
            <a:noFill/>
            <a:ln>
              <a:noFill/>
            </a:ln>
          </p:spPr>
        </p:pic>
        <p:sp>
          <p:nvSpPr>
            <p:cNvPr id="92" name="Google Shape;92;p55"/>
            <p:cNvSpPr/>
            <p:nvPr/>
          </p:nvSpPr>
          <p:spPr>
            <a:xfrm>
              <a:off x="912018" y="914400"/>
              <a:ext cx="16459200" cy="8458200"/>
            </a:xfrm>
            <a:prstGeom prst="rect">
              <a:avLst/>
            </a:prstGeom>
            <a:noFill/>
            <a:ln cap="flat" cmpd="sng" w="15875">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dk1"/>
                </a:solidFill>
                <a:latin typeface="Garamond"/>
                <a:ea typeface="Garamond"/>
                <a:cs typeface="Garamond"/>
                <a:sym typeface="Garamond"/>
              </a:endParaRPr>
            </a:p>
          </p:txBody>
        </p:sp>
        <p:pic>
          <p:nvPicPr>
            <p:cNvPr descr="HDRibbonContent-UniformTrim.png" id="93" name="Google Shape;93;p55"/>
            <p:cNvPicPr preferRelativeResize="0"/>
            <p:nvPr/>
          </p:nvPicPr>
          <p:blipFill rotWithShape="1">
            <a:blip r:embed="rId3">
              <a:alphaModFix/>
            </a:blip>
            <a:srcRect b="0" l="0" r="0" t="0"/>
            <a:stretch/>
          </p:blipFill>
          <p:spPr>
            <a:xfrm>
              <a:off x="-23604" y="4730748"/>
              <a:ext cx="1165860" cy="909637"/>
            </a:xfrm>
            <a:prstGeom prst="rect">
              <a:avLst/>
            </a:prstGeom>
            <a:noFill/>
            <a:ln>
              <a:noFill/>
            </a:ln>
          </p:spPr>
        </p:pic>
        <p:pic>
          <p:nvPicPr>
            <p:cNvPr descr="HDRibbonContent-UniformTrim.png" id="94" name="Google Shape;94;p55"/>
            <p:cNvPicPr preferRelativeResize="0"/>
            <p:nvPr/>
          </p:nvPicPr>
          <p:blipFill rotWithShape="1">
            <a:blip r:embed="rId3">
              <a:alphaModFix/>
            </a:blip>
            <a:srcRect b="0" l="0" r="0" t="0"/>
            <a:stretch/>
          </p:blipFill>
          <p:spPr>
            <a:xfrm>
              <a:off x="17155479" y="4730748"/>
              <a:ext cx="1165860" cy="909637"/>
            </a:xfrm>
            <a:prstGeom prst="rect">
              <a:avLst/>
            </a:prstGeom>
            <a:noFill/>
            <a:ln>
              <a:noFill/>
            </a:ln>
          </p:spPr>
        </p:pic>
      </p:grpSp>
      <p:sp>
        <p:nvSpPr>
          <p:cNvPr id="95" name="Google Shape;95;p55"/>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262626"/>
              </a:buClr>
              <a:buSzPts val="6600"/>
              <a:buFont typeface="Garamond"/>
              <a:buNone/>
              <a:defRPr b="0" i="0" sz="6600" u="none" cap="none" strike="noStrike">
                <a:solidFill>
                  <a:srgbClr val="262626"/>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96" name="Google Shape;96;p55"/>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a:bodyPr>
          <a:lstStyle>
            <a:lvl1pPr indent="-491490" lvl="0" marL="457200" marR="0" rtl="0" algn="l">
              <a:spcBef>
                <a:spcPts val="720"/>
              </a:spcBef>
              <a:spcAft>
                <a:spcPts val="0"/>
              </a:spcAft>
              <a:buClr>
                <a:schemeClr val="accent1"/>
              </a:buClr>
              <a:buSzPts val="4140"/>
              <a:buFont typeface="Arial"/>
              <a:buChar char="•"/>
              <a:defRPr b="0" i="0" sz="3600" u="none" cap="none" strike="noStrike">
                <a:solidFill>
                  <a:srgbClr val="262626"/>
                </a:solidFill>
                <a:latin typeface="Garamond"/>
                <a:ea typeface="Garamond"/>
                <a:cs typeface="Garamond"/>
                <a:sym typeface="Garamond"/>
              </a:defRPr>
            </a:lvl1pPr>
            <a:lvl2pPr indent="-447675" lvl="1" marL="914400" marR="0" rtl="0" algn="l">
              <a:spcBef>
                <a:spcPts val="600"/>
              </a:spcBef>
              <a:spcAft>
                <a:spcPts val="0"/>
              </a:spcAft>
              <a:buClr>
                <a:schemeClr val="accent1"/>
              </a:buClr>
              <a:buSzPts val="3450"/>
              <a:buFont typeface="Arial"/>
              <a:buChar char="•"/>
              <a:defRPr b="0" i="0" sz="3000" u="none" cap="none" strike="noStrike">
                <a:solidFill>
                  <a:srgbClr val="262626"/>
                </a:solidFill>
                <a:latin typeface="Garamond"/>
                <a:ea typeface="Garamond"/>
                <a:cs typeface="Garamond"/>
                <a:sym typeface="Garamond"/>
              </a:defRPr>
            </a:lvl2pPr>
            <a:lvl3pPr indent="-425767" lvl="2" marL="1371600" marR="0" rtl="0" algn="l">
              <a:spcBef>
                <a:spcPts val="600"/>
              </a:spcBef>
              <a:spcAft>
                <a:spcPts val="0"/>
              </a:spcAft>
              <a:buClr>
                <a:schemeClr val="accent1"/>
              </a:buClr>
              <a:buSzPts val="3105"/>
              <a:buFont typeface="Arial"/>
              <a:buChar char="•"/>
              <a:defRPr b="0" i="0" sz="2700" u="none" cap="none" strike="noStrike">
                <a:solidFill>
                  <a:srgbClr val="262626"/>
                </a:solidFill>
                <a:latin typeface="Garamond"/>
                <a:ea typeface="Garamond"/>
                <a:cs typeface="Garamond"/>
                <a:sym typeface="Garamond"/>
              </a:defRPr>
            </a:lvl3pPr>
            <a:lvl4pPr indent="-403860" lvl="3" marL="1828800" marR="0" rtl="0" algn="l">
              <a:spcBef>
                <a:spcPts val="600"/>
              </a:spcBef>
              <a:spcAft>
                <a:spcPts val="0"/>
              </a:spcAft>
              <a:buClr>
                <a:schemeClr val="accent1"/>
              </a:buClr>
              <a:buSzPts val="2760"/>
              <a:buFont typeface="Arial"/>
              <a:buChar char="•"/>
              <a:defRPr b="0" i="0" sz="2400" u="none" cap="none" strike="noStrike">
                <a:solidFill>
                  <a:srgbClr val="262626"/>
                </a:solidFill>
                <a:latin typeface="Garamond"/>
                <a:ea typeface="Garamond"/>
                <a:cs typeface="Garamond"/>
                <a:sym typeface="Garamond"/>
              </a:defRPr>
            </a:lvl4pPr>
            <a:lvl5pPr indent="-381952" lvl="4" marL="2286000" marR="0" rtl="0" algn="l">
              <a:spcBef>
                <a:spcPts val="600"/>
              </a:spcBef>
              <a:spcAft>
                <a:spcPts val="0"/>
              </a:spcAft>
              <a:buClr>
                <a:schemeClr val="accent1"/>
              </a:buClr>
              <a:buSzPts val="2415"/>
              <a:buFont typeface="Arial"/>
              <a:buChar char="•"/>
              <a:defRPr b="0" i="0" sz="2100" u="none" cap="none" strike="noStrike">
                <a:solidFill>
                  <a:srgbClr val="262626"/>
                </a:solidFill>
                <a:latin typeface="Garamond"/>
                <a:ea typeface="Garamond"/>
                <a:cs typeface="Garamond"/>
                <a:sym typeface="Garamond"/>
              </a:defRPr>
            </a:lvl5pPr>
            <a:lvl6pPr indent="-381952" lvl="5" marL="2743200" marR="0" rtl="0" algn="l">
              <a:spcBef>
                <a:spcPts val="600"/>
              </a:spcBef>
              <a:spcAft>
                <a:spcPts val="0"/>
              </a:spcAft>
              <a:buClr>
                <a:schemeClr val="accent1"/>
              </a:buClr>
              <a:buSzPts val="2415"/>
              <a:buFont typeface="Arial"/>
              <a:buChar char="•"/>
              <a:defRPr b="0" i="0" sz="2100" u="none" cap="none" strike="noStrike">
                <a:solidFill>
                  <a:srgbClr val="262626"/>
                </a:solidFill>
                <a:latin typeface="Garamond"/>
                <a:ea typeface="Garamond"/>
                <a:cs typeface="Garamond"/>
                <a:sym typeface="Garamond"/>
              </a:defRPr>
            </a:lvl6pPr>
            <a:lvl7pPr indent="-381952" lvl="6" marL="3200400" marR="0" rtl="0" algn="l">
              <a:spcBef>
                <a:spcPts val="600"/>
              </a:spcBef>
              <a:spcAft>
                <a:spcPts val="0"/>
              </a:spcAft>
              <a:buClr>
                <a:schemeClr val="accent1"/>
              </a:buClr>
              <a:buSzPts val="2415"/>
              <a:buFont typeface="Arial"/>
              <a:buChar char="•"/>
              <a:defRPr b="0" i="0" sz="2100" u="none" cap="none" strike="noStrike">
                <a:solidFill>
                  <a:srgbClr val="262626"/>
                </a:solidFill>
                <a:latin typeface="Garamond"/>
                <a:ea typeface="Garamond"/>
                <a:cs typeface="Garamond"/>
                <a:sym typeface="Garamond"/>
              </a:defRPr>
            </a:lvl7pPr>
            <a:lvl8pPr indent="-381952" lvl="7" marL="3657600" marR="0" rtl="0" algn="l">
              <a:spcBef>
                <a:spcPts val="600"/>
              </a:spcBef>
              <a:spcAft>
                <a:spcPts val="0"/>
              </a:spcAft>
              <a:buClr>
                <a:schemeClr val="accent1"/>
              </a:buClr>
              <a:buSzPts val="2415"/>
              <a:buFont typeface="Arial"/>
              <a:buChar char="•"/>
              <a:defRPr b="0" i="0" sz="2100" u="none" cap="none" strike="noStrike">
                <a:solidFill>
                  <a:srgbClr val="262626"/>
                </a:solidFill>
                <a:latin typeface="Garamond"/>
                <a:ea typeface="Garamond"/>
                <a:cs typeface="Garamond"/>
                <a:sym typeface="Garamond"/>
              </a:defRPr>
            </a:lvl8pPr>
            <a:lvl9pPr indent="-381952" lvl="8" marL="4114800" marR="0" rtl="0" algn="l">
              <a:spcBef>
                <a:spcPts val="600"/>
              </a:spcBef>
              <a:spcAft>
                <a:spcPts val="600"/>
              </a:spcAft>
              <a:buClr>
                <a:schemeClr val="accent1"/>
              </a:buClr>
              <a:buSzPts val="2415"/>
              <a:buFont typeface="Arial"/>
              <a:buChar char="•"/>
              <a:defRPr b="0" i="0" sz="2100" u="none" cap="none" strike="noStrike">
                <a:solidFill>
                  <a:srgbClr val="262626"/>
                </a:solidFill>
                <a:latin typeface="Garamond"/>
                <a:ea typeface="Garamond"/>
                <a:cs typeface="Garamond"/>
                <a:sym typeface="Garamond"/>
              </a:defRPr>
            </a:lvl9pPr>
          </a:lstStyle>
          <a:p/>
        </p:txBody>
      </p:sp>
      <p:sp>
        <p:nvSpPr>
          <p:cNvPr id="97" name="Google Shape;97;p55"/>
          <p:cNvSpPr txBox="1"/>
          <p:nvPr>
            <p:ph idx="10" type="dt"/>
          </p:nvPr>
        </p:nvSpPr>
        <p:spPr>
          <a:xfrm>
            <a:off x="13016251" y="8953500"/>
            <a:ext cx="2400300" cy="4191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5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9pPr>
          </a:lstStyle>
          <a:p/>
        </p:txBody>
      </p:sp>
      <p:sp>
        <p:nvSpPr>
          <p:cNvPr id="98" name="Google Shape;98;p55"/>
          <p:cNvSpPr txBox="1"/>
          <p:nvPr>
            <p:ph idx="11" type="ftr"/>
          </p:nvPr>
        </p:nvSpPr>
        <p:spPr>
          <a:xfrm>
            <a:off x="1943101" y="8953500"/>
            <a:ext cx="10958850" cy="4191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5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2700" u="none" cap="none" strike="noStrike">
                <a:solidFill>
                  <a:schemeClr val="dk1"/>
                </a:solidFill>
                <a:latin typeface="Garamond"/>
                <a:ea typeface="Garamond"/>
                <a:cs typeface="Garamond"/>
                <a:sym typeface="Garamond"/>
              </a:defRPr>
            </a:lvl9pPr>
          </a:lstStyle>
          <a:p/>
        </p:txBody>
      </p:sp>
      <p:sp>
        <p:nvSpPr>
          <p:cNvPr id="99" name="Google Shape;99;p55"/>
          <p:cNvSpPr txBox="1"/>
          <p:nvPr>
            <p:ph idx="12" type="sldNum"/>
          </p:nvPr>
        </p:nvSpPr>
        <p:spPr>
          <a:xfrm>
            <a:off x="15530851" y="8953500"/>
            <a:ext cx="814045" cy="419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500" u="none" cap="none" strike="noStrike">
                <a:solidFill>
                  <a:schemeClr val="dk1"/>
                </a:solidFill>
                <a:latin typeface="Garamond"/>
                <a:ea typeface="Garamond"/>
                <a:cs typeface="Garamond"/>
                <a:sym typeface="Garamond"/>
              </a:defRPr>
            </a:lvl1pPr>
            <a:lvl2pPr indent="0" lvl="1" marL="0" marR="0" rtl="0" algn="r">
              <a:spcBef>
                <a:spcPts val="0"/>
              </a:spcBef>
              <a:buNone/>
              <a:defRPr b="0" i="0" sz="1500" u="none" cap="none" strike="noStrike">
                <a:solidFill>
                  <a:schemeClr val="dk1"/>
                </a:solidFill>
                <a:latin typeface="Garamond"/>
                <a:ea typeface="Garamond"/>
                <a:cs typeface="Garamond"/>
                <a:sym typeface="Garamond"/>
              </a:defRPr>
            </a:lvl2pPr>
            <a:lvl3pPr indent="0" lvl="2" marL="0" marR="0" rtl="0" algn="r">
              <a:spcBef>
                <a:spcPts val="0"/>
              </a:spcBef>
              <a:buNone/>
              <a:defRPr b="0" i="0" sz="1500" u="none" cap="none" strike="noStrike">
                <a:solidFill>
                  <a:schemeClr val="dk1"/>
                </a:solidFill>
                <a:latin typeface="Garamond"/>
                <a:ea typeface="Garamond"/>
                <a:cs typeface="Garamond"/>
                <a:sym typeface="Garamond"/>
              </a:defRPr>
            </a:lvl3pPr>
            <a:lvl4pPr indent="0" lvl="3" marL="0" marR="0" rtl="0" algn="r">
              <a:spcBef>
                <a:spcPts val="0"/>
              </a:spcBef>
              <a:buNone/>
              <a:defRPr b="0" i="0" sz="1500" u="none" cap="none" strike="noStrike">
                <a:solidFill>
                  <a:schemeClr val="dk1"/>
                </a:solidFill>
                <a:latin typeface="Garamond"/>
                <a:ea typeface="Garamond"/>
                <a:cs typeface="Garamond"/>
                <a:sym typeface="Garamond"/>
              </a:defRPr>
            </a:lvl4pPr>
            <a:lvl5pPr indent="0" lvl="4" marL="0" marR="0" rtl="0" algn="r">
              <a:spcBef>
                <a:spcPts val="0"/>
              </a:spcBef>
              <a:buNone/>
              <a:defRPr b="0" i="0" sz="1500" u="none" cap="none" strike="noStrike">
                <a:solidFill>
                  <a:schemeClr val="dk1"/>
                </a:solidFill>
                <a:latin typeface="Garamond"/>
                <a:ea typeface="Garamond"/>
                <a:cs typeface="Garamond"/>
                <a:sym typeface="Garamond"/>
              </a:defRPr>
            </a:lvl5pPr>
            <a:lvl6pPr indent="0" lvl="5" marL="0" marR="0" rtl="0" algn="r">
              <a:spcBef>
                <a:spcPts val="0"/>
              </a:spcBef>
              <a:buNone/>
              <a:defRPr b="0" i="0" sz="1500" u="none" cap="none" strike="noStrike">
                <a:solidFill>
                  <a:schemeClr val="dk1"/>
                </a:solidFill>
                <a:latin typeface="Garamond"/>
                <a:ea typeface="Garamond"/>
                <a:cs typeface="Garamond"/>
                <a:sym typeface="Garamond"/>
              </a:defRPr>
            </a:lvl6pPr>
            <a:lvl7pPr indent="0" lvl="6" marL="0" marR="0" rtl="0" algn="r">
              <a:spcBef>
                <a:spcPts val="0"/>
              </a:spcBef>
              <a:buNone/>
              <a:defRPr b="0" i="0" sz="1500" u="none" cap="none" strike="noStrike">
                <a:solidFill>
                  <a:schemeClr val="dk1"/>
                </a:solidFill>
                <a:latin typeface="Garamond"/>
                <a:ea typeface="Garamond"/>
                <a:cs typeface="Garamond"/>
                <a:sym typeface="Garamond"/>
              </a:defRPr>
            </a:lvl7pPr>
            <a:lvl8pPr indent="0" lvl="7" marL="0" marR="0" rtl="0" algn="r">
              <a:spcBef>
                <a:spcPts val="0"/>
              </a:spcBef>
              <a:buNone/>
              <a:defRPr b="0" i="0" sz="1500" u="none" cap="none" strike="noStrike">
                <a:solidFill>
                  <a:schemeClr val="dk1"/>
                </a:solidFill>
                <a:latin typeface="Garamond"/>
                <a:ea typeface="Garamond"/>
                <a:cs typeface="Garamond"/>
                <a:sym typeface="Garamond"/>
              </a:defRPr>
            </a:lvl8pPr>
            <a:lvl9pPr indent="0" lvl="8" marL="0" marR="0" rtl="0" algn="r">
              <a:spcBef>
                <a:spcPts val="0"/>
              </a:spcBef>
              <a:buNone/>
              <a:defRPr b="0" i="0" sz="1500" u="none" cap="none" strike="noStrike">
                <a:solidFill>
                  <a:schemeClr val="dk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0" r:id="rId4"/>
    <p:sldLayoutId id="2147483661" r:id="rId5"/>
    <p:sldLayoutId id="2147483662" r:id="rId6"/>
    <p:sldLayoutId id="2147483663" r:id="rId7"/>
    <p:sldLayoutId id="2147483664" r:id="rId8"/>
    <p:sldLayoutId id="2147483665"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7.png"/><Relationship Id="rId4"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15.png"/><Relationship Id="rId7" Type="http://schemas.openxmlformats.org/officeDocument/2006/relationships/image" Target="../media/image2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5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 Id="rId3"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9.png"/><Relationship Id="rId4" Type="http://schemas.openxmlformats.org/officeDocument/2006/relationships/image" Target="../media/image22.png"/><Relationship Id="rId5"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image" Target="../media/image19.png"/><Relationship Id="rId5"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3.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 Id="rId3" Type="http://schemas.openxmlformats.org/officeDocument/2006/relationships/image" Target="../media/image37.png"/><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3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42.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5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5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48.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54.png"/><Relationship Id="rId4" Type="http://schemas.openxmlformats.org/officeDocument/2006/relationships/image" Target="../media/image5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image" Target="../media/image55.png"/><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 Id="rId3" Type="http://schemas.openxmlformats.org/officeDocument/2006/relationships/image" Target="../media/image44.png"/><Relationship Id="rId4" Type="http://schemas.openxmlformats.org/officeDocument/2006/relationships/image" Target="../media/image51.jpg"/><Relationship Id="rId5"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37.png"/><Relationship Id="rId4" Type="http://schemas.openxmlformats.org/officeDocument/2006/relationships/image" Target="../media/image47.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30.png"/><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 Id="rId3" Type="http://schemas.openxmlformats.org/officeDocument/2006/relationships/image" Target="../media/image5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08017" l="0" r="0" t="-108017"/>
            </a:stretch>
          </a:blipFill>
          <a:ln>
            <a:noFill/>
          </a:ln>
        </p:spPr>
      </p:sp>
      <p:sp>
        <p:nvSpPr>
          <p:cNvPr id="151" name="Google Shape;151;p1"/>
          <p:cNvSpPr txBox="1"/>
          <p:nvPr/>
        </p:nvSpPr>
        <p:spPr>
          <a:xfrm>
            <a:off x="4356523" y="684558"/>
            <a:ext cx="9476925" cy="3823089"/>
          </a:xfrm>
          <a:prstGeom prst="rect">
            <a:avLst/>
          </a:prstGeom>
          <a:noFill/>
          <a:ln>
            <a:noFill/>
          </a:ln>
        </p:spPr>
        <p:txBody>
          <a:bodyPr anchorCtr="0" anchor="t" bIns="0" lIns="0" spcFirstLastPara="1" rIns="0" wrap="square" tIns="0">
            <a:spAutoFit/>
          </a:bodyPr>
          <a:lstStyle/>
          <a:p>
            <a:pPr indent="0" lvl="0" marL="0" marR="0" rtl="0" algn="ctr">
              <a:lnSpc>
                <a:spcPct val="97003"/>
              </a:lnSpc>
              <a:spcBef>
                <a:spcPts val="0"/>
              </a:spcBef>
              <a:spcAft>
                <a:spcPts val="0"/>
              </a:spcAft>
              <a:buNone/>
            </a:pPr>
            <a:r>
              <a:rPr b="0" i="0" lang="en-US" sz="10177" u="none" cap="none" strike="noStrike">
                <a:solidFill>
                  <a:srgbClr val="FFFFFF"/>
                </a:solidFill>
                <a:latin typeface="Arial"/>
                <a:ea typeface="Arial"/>
                <a:cs typeface="Arial"/>
                <a:sym typeface="Arial"/>
              </a:rPr>
              <a:t>STATISTICS AND PROBABILITY</a:t>
            </a:r>
            <a:endParaRPr/>
          </a:p>
        </p:txBody>
      </p:sp>
      <p:sp>
        <p:nvSpPr>
          <p:cNvPr id="152" name="Google Shape;152;p1"/>
          <p:cNvSpPr/>
          <p:nvPr/>
        </p:nvSpPr>
        <p:spPr>
          <a:xfrm>
            <a:off x="12814669" y="2449309"/>
            <a:ext cx="5413288" cy="7837692"/>
          </a:xfrm>
          <a:custGeom>
            <a:rect b="b" l="l" r="r" t="t"/>
            <a:pathLst>
              <a:path extrusionOk="0" h="8144199" w="7065092">
                <a:moveTo>
                  <a:pt x="0" y="0"/>
                </a:moveTo>
                <a:lnTo>
                  <a:pt x="7065093" y="0"/>
                </a:lnTo>
                <a:lnTo>
                  <a:pt x="7065093" y="8144199"/>
                </a:lnTo>
                <a:lnTo>
                  <a:pt x="0" y="8144199"/>
                </a:lnTo>
                <a:lnTo>
                  <a:pt x="0" y="0"/>
                </a:lnTo>
                <a:close/>
              </a:path>
            </a:pathLst>
          </a:custGeom>
          <a:blipFill rotWithShape="1">
            <a:blip r:embed="rId4">
              <a:alphaModFix/>
            </a:blip>
            <a:stretch>
              <a:fillRect b="0" l="0" r="0" t="0"/>
            </a:stretch>
          </a:blipFill>
          <a:ln>
            <a:noFill/>
          </a:ln>
        </p:spPr>
      </p:sp>
      <p:grpSp>
        <p:nvGrpSpPr>
          <p:cNvPr id="153" name="Google Shape;153;p1"/>
          <p:cNvGrpSpPr/>
          <p:nvPr/>
        </p:nvGrpSpPr>
        <p:grpSpPr>
          <a:xfrm>
            <a:off x="5297468" y="5225777"/>
            <a:ext cx="7281342" cy="1235293"/>
            <a:chOff x="0" y="-28575"/>
            <a:chExt cx="1917707" cy="348009"/>
          </a:xfrm>
        </p:grpSpPr>
        <p:sp>
          <p:nvSpPr>
            <p:cNvPr id="154" name="Google Shape;154;p1"/>
            <p:cNvSpPr/>
            <p:nvPr/>
          </p:nvSpPr>
          <p:spPr>
            <a:xfrm>
              <a:off x="0" y="0"/>
              <a:ext cx="1917707" cy="319434"/>
            </a:xfrm>
            <a:custGeom>
              <a:rect b="b" l="l" r="r" t="t"/>
              <a:pathLst>
                <a:path extrusionOk="0" h="319434" w="1917707">
                  <a:moveTo>
                    <a:pt x="106326" y="0"/>
                  </a:moveTo>
                  <a:lnTo>
                    <a:pt x="1811380" y="0"/>
                  </a:lnTo>
                  <a:cubicBezTo>
                    <a:pt x="1839580" y="0"/>
                    <a:pt x="1866624" y="11202"/>
                    <a:pt x="1886564" y="31142"/>
                  </a:cubicBezTo>
                  <a:cubicBezTo>
                    <a:pt x="1906504" y="51082"/>
                    <a:pt x="1917707" y="78127"/>
                    <a:pt x="1917707" y="106326"/>
                  </a:cubicBezTo>
                  <a:lnTo>
                    <a:pt x="1917707" y="213108"/>
                  </a:lnTo>
                  <a:cubicBezTo>
                    <a:pt x="1917707" y="241307"/>
                    <a:pt x="1906504" y="268352"/>
                    <a:pt x="1886564" y="288292"/>
                  </a:cubicBezTo>
                  <a:cubicBezTo>
                    <a:pt x="1866624" y="308232"/>
                    <a:pt x="1839580" y="319434"/>
                    <a:pt x="1811380" y="319434"/>
                  </a:cubicBezTo>
                  <a:lnTo>
                    <a:pt x="106326" y="319434"/>
                  </a:lnTo>
                  <a:cubicBezTo>
                    <a:pt x="78127" y="319434"/>
                    <a:pt x="51082" y="308232"/>
                    <a:pt x="31142" y="288292"/>
                  </a:cubicBezTo>
                  <a:cubicBezTo>
                    <a:pt x="11202" y="268352"/>
                    <a:pt x="0" y="241307"/>
                    <a:pt x="0" y="213108"/>
                  </a:cubicBezTo>
                  <a:lnTo>
                    <a:pt x="0" y="106326"/>
                  </a:lnTo>
                  <a:cubicBezTo>
                    <a:pt x="0" y="78127"/>
                    <a:pt x="11202" y="51082"/>
                    <a:pt x="31142" y="31142"/>
                  </a:cubicBezTo>
                  <a:cubicBezTo>
                    <a:pt x="51082" y="11202"/>
                    <a:pt x="78127" y="0"/>
                    <a:pt x="106326" y="0"/>
                  </a:cubicBezTo>
                  <a:close/>
                </a:path>
              </a:pathLst>
            </a:custGeom>
            <a:solidFill>
              <a:srgbClr val="FFCE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
            <p:cNvSpPr txBox="1"/>
            <p:nvPr/>
          </p:nvSpPr>
          <p:spPr>
            <a:xfrm>
              <a:off x="0" y="-28575"/>
              <a:ext cx="1917707" cy="348009"/>
            </a:xfrm>
            <a:prstGeom prst="rect">
              <a:avLst/>
            </a:prstGeom>
            <a:noFill/>
            <a:ln>
              <a:noFill/>
            </a:ln>
          </p:spPr>
          <p:txBody>
            <a:bodyPr anchorCtr="0" anchor="ctr" bIns="50800" lIns="50800" spcFirstLastPara="1" rIns="50800" wrap="square" tIns="50800">
              <a:noAutofit/>
            </a:bodyPr>
            <a:lstStyle/>
            <a:p>
              <a:pPr indent="0" lvl="0" marL="0" marR="0" rtl="0" algn="ctr">
                <a:lnSpc>
                  <a:spcPct val="190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6" name="Google Shape;156;p1"/>
          <p:cNvSpPr/>
          <p:nvPr/>
        </p:nvSpPr>
        <p:spPr>
          <a:xfrm>
            <a:off x="13833449" y="-1"/>
            <a:ext cx="4454552" cy="2835172"/>
          </a:xfrm>
          <a:custGeom>
            <a:rect b="b" l="l" r="r" t="t"/>
            <a:pathLst>
              <a:path extrusionOk="0" h="4114800" w="5817841">
                <a:moveTo>
                  <a:pt x="0" y="0"/>
                </a:moveTo>
                <a:lnTo>
                  <a:pt x="5817841" y="0"/>
                </a:lnTo>
                <a:lnTo>
                  <a:pt x="5817841" y="4114800"/>
                </a:lnTo>
                <a:lnTo>
                  <a:pt x="0" y="4114800"/>
                </a:lnTo>
                <a:lnTo>
                  <a:pt x="0" y="0"/>
                </a:lnTo>
                <a:close/>
              </a:path>
            </a:pathLst>
          </a:custGeom>
          <a:blipFill rotWithShape="1">
            <a:blip r:embed="rId5">
              <a:alphaModFix/>
            </a:blip>
            <a:stretch>
              <a:fillRect b="0" l="0" r="0" t="0"/>
            </a:stretch>
          </a:blipFill>
          <a:ln>
            <a:noFill/>
          </a:ln>
        </p:spPr>
      </p:sp>
      <p:sp>
        <p:nvSpPr>
          <p:cNvPr id="157" name="Google Shape;157;p1"/>
          <p:cNvSpPr/>
          <p:nvPr/>
        </p:nvSpPr>
        <p:spPr>
          <a:xfrm>
            <a:off x="-37986" y="-1"/>
            <a:ext cx="3619386" cy="3452757"/>
          </a:xfrm>
          <a:custGeom>
            <a:rect b="b" l="l" r="r" t="t"/>
            <a:pathLst>
              <a:path extrusionOk="0" h="4114800" w="5155216">
                <a:moveTo>
                  <a:pt x="0" y="0"/>
                </a:moveTo>
                <a:lnTo>
                  <a:pt x="5155216" y="0"/>
                </a:lnTo>
                <a:lnTo>
                  <a:pt x="5155216" y="4114800"/>
                </a:lnTo>
                <a:lnTo>
                  <a:pt x="0" y="4114800"/>
                </a:lnTo>
                <a:lnTo>
                  <a:pt x="0" y="0"/>
                </a:lnTo>
                <a:close/>
              </a:path>
            </a:pathLst>
          </a:custGeom>
          <a:blipFill rotWithShape="1">
            <a:blip r:embed="rId6">
              <a:alphaModFix/>
            </a:blip>
            <a:stretch>
              <a:fillRect b="0" l="0" r="0" t="0"/>
            </a:stretch>
          </a:blipFill>
          <a:ln>
            <a:noFill/>
          </a:ln>
        </p:spPr>
      </p:sp>
      <p:sp>
        <p:nvSpPr>
          <p:cNvPr id="158" name="Google Shape;158;p1"/>
          <p:cNvSpPr/>
          <p:nvPr/>
        </p:nvSpPr>
        <p:spPr>
          <a:xfrm rot="-526312">
            <a:off x="-411777" y="6026239"/>
            <a:ext cx="6422822" cy="4369005"/>
          </a:xfrm>
          <a:custGeom>
            <a:rect b="b" l="l" r="r" t="t"/>
            <a:pathLst>
              <a:path extrusionOk="0" h="6908710" w="7584413">
                <a:moveTo>
                  <a:pt x="0" y="0"/>
                </a:moveTo>
                <a:lnTo>
                  <a:pt x="7584413" y="0"/>
                </a:lnTo>
                <a:lnTo>
                  <a:pt x="7584413" y="6908710"/>
                </a:lnTo>
                <a:lnTo>
                  <a:pt x="0" y="6908710"/>
                </a:lnTo>
                <a:lnTo>
                  <a:pt x="0" y="0"/>
                </a:lnTo>
                <a:close/>
              </a:path>
            </a:pathLst>
          </a:custGeom>
          <a:blipFill rotWithShape="1">
            <a:blip r:embed="rId7">
              <a:alphaModFix/>
            </a:blip>
            <a:stretch>
              <a:fillRect b="0" l="0" r="0" t="0"/>
            </a:stretch>
          </a:blipFill>
          <a:ln>
            <a:noFill/>
          </a:ln>
        </p:spPr>
      </p:sp>
      <p:sp>
        <p:nvSpPr>
          <p:cNvPr id="159" name="Google Shape;159;p1"/>
          <p:cNvSpPr txBox="1"/>
          <p:nvPr/>
        </p:nvSpPr>
        <p:spPr>
          <a:xfrm>
            <a:off x="6396234" y="6461070"/>
            <a:ext cx="5397501" cy="2921762"/>
          </a:xfrm>
          <a:prstGeom prst="rect">
            <a:avLst/>
          </a:prstGeom>
          <a:noFill/>
          <a:ln>
            <a:noFill/>
          </a:ln>
        </p:spPr>
        <p:txBody>
          <a:bodyPr anchorCtr="0" anchor="t" bIns="0" lIns="0" spcFirstLastPara="1" rIns="0" wrap="square" tIns="0">
            <a:spAutoFit/>
          </a:bodyPr>
          <a:lstStyle/>
          <a:p>
            <a:pPr indent="0" lvl="0" marL="0" marR="0" rtl="0" algn="ctr">
              <a:lnSpc>
                <a:spcPct val="129992"/>
              </a:lnSpc>
              <a:spcBef>
                <a:spcPts val="0"/>
              </a:spcBef>
              <a:spcAft>
                <a:spcPts val="0"/>
              </a:spcAft>
              <a:buNone/>
            </a:pPr>
            <a:r>
              <a:rPr b="0" i="0" lang="en-US" sz="3841" u="none" cap="none" strike="noStrike">
                <a:solidFill>
                  <a:srgbClr val="FFFFFF"/>
                </a:solidFill>
                <a:latin typeface="Arial"/>
                <a:ea typeface="Arial"/>
                <a:cs typeface="Arial"/>
                <a:sym typeface="Arial"/>
              </a:rPr>
              <a:t>Presentation By </a:t>
            </a:r>
            <a:endParaRPr/>
          </a:p>
          <a:p>
            <a:pPr indent="-371458" lvl="1" marL="742915" marR="0" rtl="0" algn="l">
              <a:lnSpc>
                <a:spcPct val="129991"/>
              </a:lnSpc>
              <a:spcBef>
                <a:spcPts val="0"/>
              </a:spcBef>
              <a:spcAft>
                <a:spcPts val="0"/>
              </a:spcAft>
              <a:buClr>
                <a:srgbClr val="FFFFFF"/>
              </a:buClr>
              <a:buSzPts val="3441"/>
              <a:buFont typeface="Arial"/>
              <a:buChar char="•"/>
            </a:pPr>
            <a:r>
              <a:rPr b="0" i="0" lang="en-US" sz="3441" u="none" cap="none" strike="noStrike">
                <a:solidFill>
                  <a:srgbClr val="FFFFFF"/>
                </a:solidFill>
                <a:latin typeface="Arial"/>
                <a:ea typeface="Arial"/>
                <a:cs typeface="Arial"/>
                <a:sym typeface="Arial"/>
              </a:rPr>
              <a:t>SANIA ARSHAD(098)</a:t>
            </a:r>
            <a:endParaRPr/>
          </a:p>
          <a:p>
            <a:pPr indent="-371458" lvl="1" marL="742915" marR="0" rtl="0" algn="l">
              <a:lnSpc>
                <a:spcPct val="129991"/>
              </a:lnSpc>
              <a:spcBef>
                <a:spcPts val="0"/>
              </a:spcBef>
              <a:spcAft>
                <a:spcPts val="0"/>
              </a:spcAft>
              <a:buClr>
                <a:srgbClr val="FFFFFF"/>
              </a:buClr>
              <a:buSzPts val="3441"/>
              <a:buFont typeface="Arial"/>
              <a:buChar char="•"/>
            </a:pPr>
            <a:r>
              <a:rPr b="0" i="0" lang="en-US" sz="3441" u="none" cap="none" strike="noStrike">
                <a:solidFill>
                  <a:srgbClr val="FFFFFF"/>
                </a:solidFill>
                <a:latin typeface="Arial"/>
                <a:ea typeface="Arial"/>
                <a:cs typeface="Arial"/>
                <a:sym typeface="Arial"/>
              </a:rPr>
              <a:t>MALAIKA AROOJ(057)</a:t>
            </a:r>
            <a:endParaRPr/>
          </a:p>
          <a:p>
            <a:pPr indent="-371458" lvl="1" marL="742915" marR="0" rtl="0" algn="l">
              <a:lnSpc>
                <a:spcPct val="129991"/>
              </a:lnSpc>
              <a:spcBef>
                <a:spcPts val="0"/>
              </a:spcBef>
              <a:spcAft>
                <a:spcPts val="0"/>
              </a:spcAft>
              <a:buClr>
                <a:srgbClr val="FFFFFF"/>
              </a:buClr>
              <a:buSzPts val="3441"/>
              <a:buFont typeface="Arial"/>
              <a:buChar char="•"/>
            </a:pPr>
            <a:r>
              <a:rPr b="0" i="0" lang="en-US" sz="3441" u="none" cap="none" strike="noStrike">
                <a:solidFill>
                  <a:srgbClr val="FFFFFF"/>
                </a:solidFill>
                <a:latin typeface="Arial"/>
                <a:ea typeface="Arial"/>
                <a:cs typeface="Arial"/>
                <a:sym typeface="Arial"/>
              </a:rPr>
              <a:t>EMAN WAHEED(027)</a:t>
            </a:r>
            <a:endParaRPr/>
          </a:p>
          <a:p>
            <a:pPr indent="-371458" lvl="1" marL="742915" marR="0" rtl="0" algn="l">
              <a:lnSpc>
                <a:spcPct val="129991"/>
              </a:lnSpc>
              <a:spcBef>
                <a:spcPts val="0"/>
              </a:spcBef>
              <a:spcAft>
                <a:spcPts val="0"/>
              </a:spcAft>
              <a:buClr>
                <a:srgbClr val="FFFFFF"/>
              </a:buClr>
              <a:buSzPts val="3441"/>
              <a:buFont typeface="Arial"/>
              <a:buChar char="•"/>
            </a:pPr>
            <a:r>
              <a:rPr b="0" i="0" lang="en-US" sz="3441" u="none" cap="none" strike="noStrike">
                <a:solidFill>
                  <a:srgbClr val="FFFFFF"/>
                </a:solidFill>
                <a:latin typeface="Arial"/>
                <a:ea typeface="Arial"/>
                <a:cs typeface="Arial"/>
                <a:sym typeface="Arial"/>
              </a:rPr>
              <a:t>MARYAM(061)</a:t>
            </a:r>
            <a:endParaRPr/>
          </a:p>
        </p:txBody>
      </p:sp>
      <p:sp>
        <p:nvSpPr>
          <p:cNvPr id="160" name="Google Shape;160;p1"/>
          <p:cNvSpPr txBox="1"/>
          <p:nvPr/>
        </p:nvSpPr>
        <p:spPr>
          <a:xfrm>
            <a:off x="2749725" y="5581834"/>
            <a:ext cx="95076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85678"/>
              </a:lnSpc>
              <a:spcBef>
                <a:spcPts val="0"/>
              </a:spcBef>
              <a:spcAft>
                <a:spcPts val="0"/>
              </a:spcAft>
              <a:buNone/>
            </a:pPr>
            <a:r>
              <a:rPr b="1" i="0" lang="en-US" sz="2800" u="none" cap="none" strike="noStrike">
                <a:solidFill>
                  <a:srgbClr val="000000"/>
                </a:solidFill>
                <a:latin typeface="Arial"/>
                <a:ea typeface="Arial"/>
                <a:cs typeface="Arial"/>
                <a:sym typeface="Arial"/>
              </a:rPr>
              <a:t>                               Implementation in python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
          <p:cNvSpPr txBox="1"/>
          <p:nvPr>
            <p:ph type="ctrTitle"/>
          </p:nvPr>
        </p:nvSpPr>
        <p:spPr>
          <a:xfrm>
            <a:off x="4038597" y="2806696"/>
            <a:ext cx="10223503" cy="2273299"/>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7030A0"/>
              </a:buClr>
              <a:buSzPts val="8100"/>
              <a:buFont typeface="Garamond"/>
              <a:buNone/>
            </a:pPr>
            <a:r>
              <a:rPr lang="en-US">
                <a:solidFill>
                  <a:srgbClr val="7030A0"/>
                </a:solidFill>
              </a:rPr>
              <a:t>Probability of events</a:t>
            </a:r>
            <a:endParaRPr/>
          </a:p>
        </p:txBody>
      </p:sp>
      <p:sp>
        <p:nvSpPr>
          <p:cNvPr id="166" name="Google Shape;166;p2"/>
          <p:cNvSpPr txBox="1"/>
          <p:nvPr>
            <p:ph idx="1" type="subTitle"/>
          </p:nvPr>
        </p:nvSpPr>
        <p:spPr>
          <a:xfrm>
            <a:off x="4038597" y="5486395"/>
            <a:ext cx="10223503" cy="1981203"/>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3450"/>
              <a:buNone/>
            </a:pPr>
            <a:r>
              <a:rPr lang="en-US" sz="3000">
                <a:solidFill>
                  <a:srgbClr val="00B0F0"/>
                </a:solidFill>
                <a:latin typeface="Arial"/>
                <a:ea typeface="Arial"/>
                <a:cs typeface="Arial"/>
                <a:sym typeface="Arial"/>
              </a:rPr>
              <a:t>PRESENTED BY:SANIA ARSHAD(098)</a:t>
            </a:r>
            <a:endParaRPr/>
          </a:p>
          <a:p>
            <a:pPr indent="0" lvl="0" marL="0" rtl="0" algn="ctr">
              <a:spcBef>
                <a:spcPts val="1440"/>
              </a:spcBef>
              <a:spcAft>
                <a:spcPts val="0"/>
              </a:spcAft>
              <a:buSzPts val="4830"/>
              <a:buNone/>
            </a:pPr>
            <a:r>
              <a:t/>
            </a:r>
            <a:endParaRPr sz="4200">
              <a:solidFill>
                <a:srgbClr val="00B0F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B0F0"/>
              </a:buClr>
              <a:buSzPts val="6600"/>
              <a:buFont typeface="Garamond"/>
              <a:buNone/>
            </a:pPr>
            <a:r>
              <a:rPr b="1" lang="en-US">
                <a:solidFill>
                  <a:srgbClr val="00B0F0"/>
                </a:solidFill>
              </a:rPr>
              <a:t>1. Introduction to Probability</a:t>
            </a:r>
            <a:endParaRPr/>
          </a:p>
        </p:txBody>
      </p:sp>
      <p:sp>
        <p:nvSpPr>
          <p:cNvPr id="172" name="Google Shape;172;p3"/>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a:bodyPr>
          <a:lstStyle/>
          <a:p>
            <a:pPr indent="-285750" lvl="0" marL="285750" rtl="0" algn="just">
              <a:spcBef>
                <a:spcPts val="0"/>
              </a:spcBef>
              <a:spcAft>
                <a:spcPts val="0"/>
              </a:spcAft>
              <a:buSzPts val="4140"/>
              <a:buChar char="•"/>
            </a:pPr>
            <a:r>
              <a:rPr b="1" lang="en-US"/>
              <a:t>Probability</a:t>
            </a:r>
            <a:r>
              <a:rPr lang="en-US"/>
              <a:t> is a branch of mathematics that deals with the likelihood of different outcomes in uncertain situations. It provides a quantitative framework to evaluate how likely an event is to occur. Understanding probability is essential in various fields, including statistics, finance, science, and everyday decision-making.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0" st="0"/>
                                            </p:txEl>
                                          </p:spTgt>
                                        </p:tgtEl>
                                        <p:attrNameLst>
                                          <p:attrName>style.visibility</p:attrName>
                                        </p:attrNameLst>
                                      </p:cBhvr>
                                      <p:to>
                                        <p:strVal val="visible"/>
                                      </p:to>
                                    </p:set>
                                    <p:animEffect filter="fade" transition="in">
                                      <p:cBhvr>
                                        <p:cTn dur="2000"/>
                                        <p:tgtEl>
                                          <p:spTgt spid="1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4"/>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B050"/>
              </a:buClr>
              <a:buSzPct val="100000"/>
              <a:buFont typeface="Garamond"/>
              <a:buNone/>
            </a:pPr>
            <a:r>
              <a:rPr b="1" lang="en-US">
                <a:solidFill>
                  <a:srgbClr val="00B050"/>
                </a:solidFill>
              </a:rPr>
              <a:t>Basic Concepts and </a:t>
            </a:r>
            <a:r>
              <a:rPr b="1" lang="en-US">
                <a:solidFill>
                  <a:srgbClr val="00B050"/>
                </a:solidFill>
                <a:latin typeface="Arial"/>
                <a:ea typeface="Arial"/>
                <a:cs typeface="Arial"/>
                <a:sym typeface="Arial"/>
              </a:rPr>
              <a:t>Types of Probability</a:t>
            </a:r>
            <a:endParaRPr/>
          </a:p>
        </p:txBody>
      </p:sp>
      <p:sp>
        <p:nvSpPr>
          <p:cNvPr id="178" name="Google Shape;178;p4"/>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lnSpcReduction="10000"/>
          </a:bodyPr>
          <a:lstStyle/>
          <a:p>
            <a:pPr indent="-285750" lvl="0" marL="285750" rtl="0" algn="l">
              <a:spcBef>
                <a:spcPts val="0"/>
              </a:spcBef>
              <a:spcAft>
                <a:spcPts val="0"/>
              </a:spcAft>
              <a:buSzPts val="4140"/>
              <a:buChar char="•"/>
            </a:pPr>
            <a:r>
              <a:rPr b="1" lang="en-US">
                <a:latin typeface="Arial"/>
                <a:ea typeface="Arial"/>
                <a:cs typeface="Arial"/>
                <a:sym typeface="Arial"/>
              </a:rPr>
              <a:t>Event: A specific occurrence or outcome.</a:t>
            </a:r>
            <a:endParaRPr/>
          </a:p>
          <a:p>
            <a:pPr indent="-285750" lvl="0" marL="285750" rtl="0" algn="l">
              <a:spcBef>
                <a:spcPts val="1320"/>
              </a:spcBef>
              <a:spcAft>
                <a:spcPts val="0"/>
              </a:spcAft>
              <a:buSzPts val="4140"/>
              <a:buChar char="•"/>
            </a:pPr>
            <a:r>
              <a:rPr b="1" lang="en-US">
                <a:latin typeface="Arial"/>
                <a:ea typeface="Arial"/>
                <a:cs typeface="Arial"/>
                <a:sym typeface="Arial"/>
              </a:rPr>
              <a:t>Sample Space: Set of all possible outcomes.</a:t>
            </a:r>
            <a:endParaRPr/>
          </a:p>
          <a:p>
            <a:pPr indent="-285750" lvl="0" marL="285750" rtl="0" algn="l">
              <a:spcBef>
                <a:spcPts val="1320"/>
              </a:spcBef>
              <a:spcAft>
                <a:spcPts val="0"/>
              </a:spcAft>
              <a:buSzPts val="4140"/>
              <a:buChar char="•"/>
            </a:pPr>
            <a:r>
              <a:rPr b="1" lang="en-US">
                <a:latin typeface="Arial"/>
                <a:ea typeface="Arial"/>
                <a:cs typeface="Arial"/>
                <a:sym typeface="Arial"/>
              </a:rPr>
              <a:t>Probability: Number between 0 and 1 representing likelihood.</a:t>
            </a:r>
            <a:endParaRPr/>
          </a:p>
          <a:p>
            <a:pPr indent="0" lvl="0" marL="0" rtl="0" algn="ctr">
              <a:spcBef>
                <a:spcPts val="1440"/>
              </a:spcBef>
              <a:spcAft>
                <a:spcPts val="0"/>
              </a:spcAft>
              <a:buSzPts val="4830"/>
              <a:buNone/>
            </a:pPr>
            <a:r>
              <a:rPr b="1" lang="en-US" sz="4200" u="sng">
                <a:solidFill>
                  <a:srgbClr val="FFC000"/>
                </a:solidFill>
                <a:latin typeface="Arial"/>
                <a:ea typeface="Arial"/>
                <a:cs typeface="Arial"/>
                <a:sym typeface="Arial"/>
              </a:rPr>
              <a:t>Types of Probability:</a:t>
            </a:r>
            <a:endParaRPr/>
          </a:p>
          <a:p>
            <a:pPr indent="-285750" lvl="0" marL="285750" rtl="0" algn="l">
              <a:spcBef>
                <a:spcPts val="1320"/>
              </a:spcBef>
              <a:spcAft>
                <a:spcPts val="0"/>
              </a:spcAft>
              <a:buSzPts val="4140"/>
              <a:buFont typeface="Arial"/>
              <a:buChar char="•"/>
            </a:pPr>
            <a:r>
              <a:rPr b="1" lang="en-US">
                <a:latin typeface="Arial"/>
                <a:ea typeface="Arial"/>
                <a:cs typeface="Arial"/>
                <a:sym typeface="Arial"/>
              </a:rPr>
              <a:t>Theoretical Probability (based on theory).</a:t>
            </a:r>
            <a:endParaRPr/>
          </a:p>
          <a:p>
            <a:pPr indent="-285750" lvl="0" marL="285750" rtl="0" algn="l">
              <a:spcBef>
                <a:spcPts val="1320"/>
              </a:spcBef>
              <a:spcAft>
                <a:spcPts val="0"/>
              </a:spcAft>
              <a:buSzPts val="4140"/>
              <a:buFont typeface="Arial"/>
              <a:buChar char="•"/>
            </a:pPr>
            <a:r>
              <a:rPr b="1" lang="en-US">
                <a:latin typeface="Arial"/>
                <a:ea typeface="Arial"/>
                <a:cs typeface="Arial"/>
                <a:sym typeface="Arial"/>
              </a:rPr>
              <a:t> Experimental Probability (based on data).</a:t>
            </a:r>
            <a:endParaRPr/>
          </a:p>
          <a:p>
            <a:pPr indent="-285750" lvl="0" marL="285750" rtl="0" algn="l">
              <a:spcBef>
                <a:spcPts val="1320"/>
              </a:spcBef>
              <a:spcAft>
                <a:spcPts val="0"/>
              </a:spcAft>
              <a:buSzPts val="4140"/>
              <a:buFont typeface="Arial"/>
              <a:buChar char="•"/>
            </a:pPr>
            <a:r>
              <a:rPr b="1" lang="en-US">
                <a:latin typeface="Arial"/>
                <a:ea typeface="Arial"/>
                <a:cs typeface="Arial"/>
                <a:sym typeface="Arial"/>
              </a:rPr>
              <a:t> Conditional Probability (dependent events).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animEffect filter="fade" transition="in">
                                      <p:cBhvr>
                                        <p:cTn dur="2000"/>
                                        <p:tgtEl>
                                          <p:spTgt spid="1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1" st="1"/>
                                            </p:txEl>
                                          </p:spTgt>
                                        </p:tgtEl>
                                        <p:attrNameLst>
                                          <p:attrName>style.visibility</p:attrName>
                                        </p:attrNameLst>
                                      </p:cBhvr>
                                      <p:to>
                                        <p:strVal val="visible"/>
                                      </p:to>
                                    </p:set>
                                    <p:animEffect filter="fade" transition="in">
                                      <p:cBhvr>
                                        <p:cTn dur="2000"/>
                                        <p:tgtEl>
                                          <p:spTgt spid="1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2" st="2"/>
                                            </p:txEl>
                                          </p:spTgt>
                                        </p:tgtEl>
                                        <p:attrNameLst>
                                          <p:attrName>style.visibility</p:attrName>
                                        </p:attrNameLst>
                                      </p:cBhvr>
                                      <p:to>
                                        <p:strVal val="visible"/>
                                      </p:to>
                                    </p:set>
                                    <p:animEffect filter="fade" transition="in">
                                      <p:cBhvr>
                                        <p:cTn dur="2000"/>
                                        <p:tgtEl>
                                          <p:spTgt spid="1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3" st="3"/>
                                            </p:txEl>
                                          </p:spTgt>
                                        </p:tgtEl>
                                        <p:attrNameLst>
                                          <p:attrName>style.visibility</p:attrName>
                                        </p:attrNameLst>
                                      </p:cBhvr>
                                      <p:to>
                                        <p:strVal val="visible"/>
                                      </p:to>
                                    </p:set>
                                    <p:animEffect filter="fade" transition="in">
                                      <p:cBhvr>
                                        <p:cTn dur="2000"/>
                                        <p:tgtEl>
                                          <p:spTgt spid="17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4" st="4"/>
                                            </p:txEl>
                                          </p:spTgt>
                                        </p:tgtEl>
                                        <p:attrNameLst>
                                          <p:attrName>style.visibility</p:attrName>
                                        </p:attrNameLst>
                                      </p:cBhvr>
                                      <p:to>
                                        <p:strVal val="visible"/>
                                      </p:to>
                                    </p:set>
                                    <p:animEffect filter="fade" transition="in">
                                      <p:cBhvr>
                                        <p:cTn dur="2000"/>
                                        <p:tgtEl>
                                          <p:spTgt spid="17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5" st="5"/>
                                            </p:txEl>
                                          </p:spTgt>
                                        </p:tgtEl>
                                        <p:attrNameLst>
                                          <p:attrName>style.visibility</p:attrName>
                                        </p:attrNameLst>
                                      </p:cBhvr>
                                      <p:to>
                                        <p:strVal val="visible"/>
                                      </p:to>
                                    </p:set>
                                    <p:animEffect filter="fade" transition="in">
                                      <p:cBhvr>
                                        <p:cTn dur="2000"/>
                                        <p:tgtEl>
                                          <p:spTgt spid="17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6" st="6"/>
                                            </p:txEl>
                                          </p:spTgt>
                                        </p:tgtEl>
                                        <p:attrNameLst>
                                          <p:attrName>style.visibility</p:attrName>
                                        </p:attrNameLst>
                                      </p:cBhvr>
                                      <p:to>
                                        <p:strVal val="visible"/>
                                      </p:to>
                                    </p:set>
                                    <p:animEffect filter="fade" transition="in">
                                      <p:cBhvr>
                                        <p:cTn dur="2000"/>
                                        <p:tgtEl>
                                          <p:spTgt spid="178">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5"/>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accent2"/>
              </a:buClr>
              <a:buSzPts val="6600"/>
              <a:buFont typeface="Arial"/>
              <a:buNone/>
            </a:pPr>
            <a:r>
              <a:rPr b="1" lang="en-US">
                <a:solidFill>
                  <a:schemeClr val="accent2"/>
                </a:solidFill>
                <a:latin typeface="Arial"/>
                <a:ea typeface="Arial"/>
                <a:cs typeface="Arial"/>
                <a:sym typeface="Arial"/>
              </a:rPr>
              <a:t>EXAMPLE</a:t>
            </a:r>
            <a:endParaRPr/>
          </a:p>
        </p:txBody>
      </p:sp>
      <p:sp>
        <p:nvSpPr>
          <p:cNvPr id="184" name="Google Shape;184;p5"/>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fontScale="62500" lnSpcReduction="20000"/>
          </a:bodyPr>
          <a:lstStyle/>
          <a:p>
            <a:pPr indent="-285750" lvl="0" marL="285750" rtl="0" algn="l">
              <a:spcBef>
                <a:spcPts val="0"/>
              </a:spcBef>
              <a:spcAft>
                <a:spcPts val="0"/>
              </a:spcAft>
              <a:buSzPct val="115000"/>
              <a:buChar char="•"/>
            </a:pPr>
            <a:r>
              <a:rPr b="1" lang="en-US">
                <a:latin typeface="Arial"/>
                <a:ea typeface="Arial"/>
                <a:cs typeface="Arial"/>
                <a:sym typeface="Arial"/>
              </a:rPr>
              <a:t>Example 1: A random card is drawn from a deck of 52 cards. What is the probability that it is an ace?</a:t>
            </a:r>
            <a:br>
              <a:rPr b="1" lang="en-US">
                <a:latin typeface="Arial"/>
                <a:ea typeface="Arial"/>
                <a:cs typeface="Arial"/>
                <a:sym typeface="Arial"/>
              </a:rPr>
            </a:br>
            <a:r>
              <a:rPr b="1" lang="en-US">
                <a:latin typeface="Arial"/>
                <a:ea typeface="Arial"/>
                <a:cs typeface="Arial"/>
                <a:sym typeface="Arial"/>
              </a:rPr>
              <a:t>Solution: E = event of drawing an ace.</a:t>
            </a:r>
            <a:br>
              <a:rPr b="1" lang="en-US">
                <a:latin typeface="Arial"/>
                <a:ea typeface="Arial"/>
                <a:cs typeface="Arial"/>
                <a:sym typeface="Arial"/>
              </a:rPr>
            </a:br>
            <a:r>
              <a:rPr b="1" lang="en-US">
                <a:latin typeface="Arial"/>
                <a:ea typeface="Arial"/>
                <a:cs typeface="Arial"/>
                <a:sym typeface="Arial"/>
              </a:rPr>
              <a:t>Total number of outcomes = 52</a:t>
            </a:r>
            <a:br>
              <a:rPr b="1" lang="en-US">
                <a:latin typeface="Arial"/>
                <a:ea typeface="Arial"/>
                <a:cs typeface="Arial"/>
                <a:sym typeface="Arial"/>
              </a:rPr>
            </a:br>
            <a:r>
              <a:rPr b="1" lang="en-US">
                <a:latin typeface="Arial"/>
                <a:ea typeface="Arial"/>
                <a:cs typeface="Arial"/>
                <a:sym typeface="Arial"/>
              </a:rPr>
              <a:t>The favorable number of outcomes = 4 (there are 4 ace cards in a deck of cards. One belonging to each suit).</a:t>
            </a:r>
            <a:br>
              <a:rPr b="1" lang="en-US">
                <a:latin typeface="Arial"/>
                <a:ea typeface="Arial"/>
                <a:cs typeface="Arial"/>
                <a:sym typeface="Arial"/>
              </a:rPr>
            </a:br>
            <a:r>
              <a:rPr b="1" lang="en-US">
                <a:latin typeface="Arial"/>
                <a:ea typeface="Arial"/>
                <a:cs typeface="Arial"/>
                <a:sym typeface="Arial"/>
              </a:rPr>
              <a:t>P(E) = 4 / 52 = 1 / 13</a:t>
            </a:r>
            <a:br>
              <a:rPr b="1" lang="en-US">
                <a:latin typeface="Arial"/>
                <a:ea typeface="Arial"/>
                <a:cs typeface="Arial"/>
                <a:sym typeface="Arial"/>
              </a:rPr>
            </a:br>
            <a:r>
              <a:rPr b="1" lang="en-US">
                <a:latin typeface="Arial"/>
                <a:ea typeface="Arial"/>
                <a:cs typeface="Arial"/>
                <a:sym typeface="Arial"/>
              </a:rPr>
              <a:t>Answer: P(E) = 1 / 13</a:t>
            </a:r>
            <a:endParaRPr/>
          </a:p>
          <a:p>
            <a:pPr indent="-285750" lvl="0" marL="285750" rtl="0" algn="l">
              <a:spcBef>
                <a:spcPts val="1050"/>
              </a:spcBef>
              <a:spcAft>
                <a:spcPts val="0"/>
              </a:spcAft>
              <a:buSzPct val="115000"/>
              <a:buChar char="•"/>
            </a:pPr>
            <a:r>
              <a:rPr b="1" lang="en-US">
                <a:latin typeface="Arial"/>
                <a:ea typeface="Arial"/>
                <a:cs typeface="Arial"/>
                <a:sym typeface="Arial"/>
              </a:rPr>
              <a:t>Example 2: On rolling a fair dice, A is the event of getting a number less than 5, B is the event of getting an odd number and C is the event of getting a multiple of 3. Find the AND event.</a:t>
            </a:r>
            <a:br>
              <a:rPr b="1" lang="en-US">
                <a:latin typeface="Arial"/>
                <a:ea typeface="Arial"/>
                <a:cs typeface="Arial"/>
                <a:sym typeface="Arial"/>
              </a:rPr>
            </a:br>
            <a:r>
              <a:rPr b="1" lang="en-US">
                <a:latin typeface="Arial"/>
                <a:ea typeface="Arial"/>
                <a:cs typeface="Arial"/>
                <a:sym typeface="Arial"/>
              </a:rPr>
              <a:t>Solution: Sample space of a dice roll = {1, 2, 3, 4, 5, 6}</a:t>
            </a:r>
            <a:br>
              <a:rPr b="1" lang="en-US">
                <a:latin typeface="Arial"/>
                <a:ea typeface="Arial"/>
                <a:cs typeface="Arial"/>
                <a:sym typeface="Arial"/>
              </a:rPr>
            </a:br>
            <a:r>
              <a:rPr b="1" lang="en-US">
                <a:latin typeface="Arial"/>
                <a:ea typeface="Arial"/>
                <a:cs typeface="Arial"/>
                <a:sym typeface="Arial"/>
              </a:rPr>
              <a:t>A = {1, 2, 3, 4}</a:t>
            </a:r>
            <a:br>
              <a:rPr b="1" lang="en-US">
                <a:latin typeface="Arial"/>
                <a:ea typeface="Arial"/>
                <a:cs typeface="Arial"/>
                <a:sym typeface="Arial"/>
              </a:rPr>
            </a:br>
            <a:r>
              <a:rPr b="1" lang="en-US">
                <a:latin typeface="Arial"/>
                <a:ea typeface="Arial"/>
                <a:cs typeface="Arial"/>
                <a:sym typeface="Arial"/>
              </a:rPr>
              <a:t>B = {1, 3, 5}</a:t>
            </a:r>
            <a:br>
              <a:rPr b="1" lang="en-US">
                <a:latin typeface="Arial"/>
                <a:ea typeface="Arial"/>
                <a:cs typeface="Arial"/>
                <a:sym typeface="Arial"/>
              </a:rPr>
            </a:br>
            <a:r>
              <a:rPr b="1" lang="en-US">
                <a:latin typeface="Arial"/>
                <a:ea typeface="Arial"/>
                <a:cs typeface="Arial"/>
                <a:sym typeface="Arial"/>
              </a:rPr>
              <a:t>C = {3, 6}</a:t>
            </a:r>
            <a:br>
              <a:rPr b="1" lang="en-US">
                <a:latin typeface="Arial"/>
                <a:ea typeface="Arial"/>
                <a:cs typeface="Arial"/>
                <a:sym typeface="Arial"/>
              </a:rPr>
            </a:br>
            <a:r>
              <a:rPr b="1" lang="en-US">
                <a:latin typeface="Arial"/>
                <a:ea typeface="Arial"/>
                <a:cs typeface="Arial"/>
                <a:sym typeface="Arial"/>
              </a:rPr>
              <a:t>A ∩ B ∩ C = {3}</a:t>
            </a:r>
            <a:br>
              <a:rPr b="1" lang="en-US">
                <a:latin typeface="Arial"/>
                <a:ea typeface="Arial"/>
                <a:cs typeface="Arial"/>
                <a:sym typeface="Arial"/>
              </a:rPr>
            </a:br>
            <a:r>
              <a:rPr b="1" lang="en-US">
                <a:latin typeface="Arial"/>
                <a:ea typeface="Arial"/>
                <a:cs typeface="Arial"/>
                <a:sym typeface="Arial"/>
              </a:rPr>
              <a:t>Answer: A ∩ B ∩ C = {3}</a:t>
            </a:r>
            <a:endParaRPr/>
          </a:p>
          <a:p>
            <a:pPr indent="-121443" lvl="0" marL="285750" rtl="0" algn="l">
              <a:spcBef>
                <a:spcPts val="1050"/>
              </a:spcBef>
              <a:spcAft>
                <a:spcPts val="0"/>
              </a:spcAft>
              <a:buSzPct val="115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animEffect filter="fade" transition="in">
                                      <p:cBhvr>
                                        <p:cTn dur="2000"/>
                                        <p:tgtEl>
                                          <p:spTgt spid="1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animEffect filter="fade" transition="in">
                                      <p:cBhvr>
                                        <p:cTn dur="2000"/>
                                        <p:tgtEl>
                                          <p:spTgt spid="1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animEffect filter="fade" transition="in">
                                      <p:cBhvr>
                                        <p:cTn dur="2000"/>
                                        <p:tgtEl>
                                          <p:spTgt spid="18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6"/>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2060"/>
              </a:buClr>
              <a:buSzPct val="100000"/>
              <a:buFont typeface="Garamond"/>
              <a:buNone/>
            </a:pPr>
            <a:r>
              <a:rPr b="1" lang="en-US">
                <a:solidFill>
                  <a:srgbClr val="002060"/>
                </a:solidFill>
              </a:rPr>
              <a:t>Probability Rules and Real-World Applications</a:t>
            </a:r>
            <a:endParaRPr/>
          </a:p>
        </p:txBody>
      </p:sp>
      <p:sp>
        <p:nvSpPr>
          <p:cNvPr id="190" name="Google Shape;190;p6"/>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spcBef>
                <a:spcPts val="0"/>
              </a:spcBef>
              <a:spcAft>
                <a:spcPts val="0"/>
              </a:spcAft>
              <a:buSzPct val="115000"/>
              <a:buChar char="•"/>
            </a:pPr>
            <a:r>
              <a:rPr b="1" lang="en-US">
                <a:latin typeface="Arial"/>
                <a:ea typeface="Arial"/>
                <a:cs typeface="Arial"/>
                <a:sym typeface="Arial"/>
              </a:rPr>
              <a:t> Addition Rule: P(A or B) = P(A) + P(B).</a:t>
            </a:r>
            <a:endParaRPr/>
          </a:p>
          <a:p>
            <a:pPr indent="-285750" lvl="0" marL="285750" rtl="0" algn="l">
              <a:spcBef>
                <a:spcPts val="1266"/>
              </a:spcBef>
              <a:spcAft>
                <a:spcPts val="0"/>
              </a:spcAft>
              <a:buSzPct val="115000"/>
              <a:buChar char="•"/>
            </a:pPr>
            <a:r>
              <a:rPr b="1" lang="en-US">
                <a:latin typeface="Arial"/>
                <a:ea typeface="Arial"/>
                <a:cs typeface="Arial"/>
                <a:sym typeface="Arial"/>
              </a:rPr>
              <a:t>Multiplication Rule: P(A and B) = P(A) × P(B).</a:t>
            </a:r>
            <a:endParaRPr/>
          </a:p>
          <a:p>
            <a:pPr indent="-285750" lvl="0" marL="285750" rtl="0" algn="l">
              <a:spcBef>
                <a:spcPts val="1266"/>
              </a:spcBef>
              <a:spcAft>
                <a:spcPts val="0"/>
              </a:spcAft>
              <a:buSzPct val="115000"/>
              <a:buChar char="•"/>
            </a:pPr>
            <a:r>
              <a:rPr b="1" lang="en-US">
                <a:latin typeface="Arial"/>
                <a:ea typeface="Arial"/>
                <a:cs typeface="Arial"/>
                <a:sym typeface="Arial"/>
              </a:rPr>
              <a:t>Complement Rule: P(A') = 1 - P(A)</a:t>
            </a:r>
            <a:endParaRPr/>
          </a:p>
          <a:p>
            <a:pPr indent="-283702" lvl="0" marL="285750" rtl="0" algn="ctr">
              <a:spcBef>
                <a:spcPts val="1377"/>
              </a:spcBef>
              <a:spcAft>
                <a:spcPts val="0"/>
              </a:spcAft>
              <a:buSzPct val="115000"/>
              <a:buChar char="•"/>
            </a:pPr>
            <a:r>
              <a:rPr b="1" lang="en-US" sz="4200" u="sng">
                <a:solidFill>
                  <a:srgbClr val="002060"/>
                </a:solidFill>
                <a:latin typeface="Arial"/>
                <a:ea typeface="Arial"/>
                <a:cs typeface="Arial"/>
                <a:sym typeface="Arial"/>
              </a:rPr>
              <a:t>Real-World Applications:</a:t>
            </a:r>
            <a:endParaRPr b="1" sz="4200" u="sng">
              <a:latin typeface="Arial"/>
              <a:ea typeface="Arial"/>
              <a:cs typeface="Arial"/>
              <a:sym typeface="Arial"/>
            </a:endParaRPr>
          </a:p>
          <a:p>
            <a:pPr indent="-285750" lvl="0" marL="285750" rtl="0" algn="l">
              <a:spcBef>
                <a:spcPts val="1266"/>
              </a:spcBef>
              <a:spcAft>
                <a:spcPts val="0"/>
              </a:spcAft>
              <a:buSzPct val="115000"/>
              <a:buChar char="•"/>
            </a:pPr>
            <a:r>
              <a:rPr b="1" lang="en-US">
                <a:latin typeface="Arial"/>
                <a:ea typeface="Arial"/>
                <a:cs typeface="Arial"/>
                <a:sym typeface="Arial"/>
              </a:rPr>
              <a:t>Insurance.</a:t>
            </a:r>
            <a:endParaRPr/>
          </a:p>
          <a:p>
            <a:pPr indent="-285750" lvl="0" marL="285750" rtl="0" algn="l">
              <a:spcBef>
                <a:spcPts val="1266"/>
              </a:spcBef>
              <a:spcAft>
                <a:spcPts val="0"/>
              </a:spcAft>
              <a:buSzPct val="115000"/>
              <a:buChar char="•"/>
            </a:pPr>
            <a:r>
              <a:rPr b="1" lang="en-US">
                <a:latin typeface="Arial"/>
                <a:ea typeface="Arial"/>
                <a:cs typeface="Arial"/>
                <a:sym typeface="Arial"/>
              </a:rPr>
              <a:t> Finance.</a:t>
            </a:r>
            <a:endParaRPr/>
          </a:p>
          <a:p>
            <a:pPr indent="-285750" lvl="0" marL="285750" rtl="0" algn="l">
              <a:spcBef>
                <a:spcPts val="1266"/>
              </a:spcBef>
              <a:spcAft>
                <a:spcPts val="0"/>
              </a:spcAft>
              <a:buSzPct val="115000"/>
              <a:buChar char="•"/>
            </a:pPr>
            <a:r>
              <a:rPr b="1" lang="en-US">
                <a:latin typeface="Arial"/>
                <a:ea typeface="Arial"/>
                <a:cs typeface="Arial"/>
                <a:sym typeface="Arial"/>
              </a:rPr>
              <a:t> Medicine.</a:t>
            </a:r>
            <a:endParaRPr/>
          </a:p>
          <a:p>
            <a:pPr indent="-285750" lvl="0" marL="285750" rtl="0" algn="l">
              <a:spcBef>
                <a:spcPts val="1266"/>
              </a:spcBef>
              <a:spcAft>
                <a:spcPts val="0"/>
              </a:spcAft>
              <a:buSzPct val="115000"/>
              <a:buChar char="•"/>
            </a:pPr>
            <a:r>
              <a:rPr b="1" lang="en-US">
                <a:latin typeface="Arial"/>
                <a:ea typeface="Arial"/>
                <a:cs typeface="Arial"/>
                <a:sym typeface="Arial"/>
              </a:rPr>
              <a:t> Engineering.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2000"/>
                                        <p:tgtEl>
                                          <p:spTgt spid="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animEffect filter="fade" transition="in">
                                      <p:cBhvr>
                                        <p:cTn dur="2000"/>
                                        <p:tgtEl>
                                          <p:spTgt spid="1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1" st="1"/>
                                            </p:txEl>
                                          </p:spTgt>
                                        </p:tgtEl>
                                        <p:attrNameLst>
                                          <p:attrName>style.visibility</p:attrName>
                                        </p:attrNameLst>
                                      </p:cBhvr>
                                      <p:to>
                                        <p:strVal val="visible"/>
                                      </p:to>
                                    </p:set>
                                    <p:animEffect filter="fade" transition="in">
                                      <p:cBhvr>
                                        <p:cTn dur="2000"/>
                                        <p:tgtEl>
                                          <p:spTgt spid="1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2" st="2"/>
                                            </p:txEl>
                                          </p:spTgt>
                                        </p:tgtEl>
                                        <p:attrNameLst>
                                          <p:attrName>style.visibility</p:attrName>
                                        </p:attrNameLst>
                                      </p:cBhvr>
                                      <p:to>
                                        <p:strVal val="visible"/>
                                      </p:to>
                                    </p:set>
                                    <p:animEffect filter="fade" transition="in">
                                      <p:cBhvr>
                                        <p:cTn dur="2000"/>
                                        <p:tgtEl>
                                          <p:spTgt spid="1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3" st="3"/>
                                            </p:txEl>
                                          </p:spTgt>
                                        </p:tgtEl>
                                        <p:attrNameLst>
                                          <p:attrName>style.visibility</p:attrName>
                                        </p:attrNameLst>
                                      </p:cBhvr>
                                      <p:to>
                                        <p:strVal val="visible"/>
                                      </p:to>
                                    </p:set>
                                    <p:animEffect filter="fade" transition="in">
                                      <p:cBhvr>
                                        <p:cTn dur="2000"/>
                                        <p:tgtEl>
                                          <p:spTgt spid="1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4" st="4"/>
                                            </p:txEl>
                                          </p:spTgt>
                                        </p:tgtEl>
                                        <p:attrNameLst>
                                          <p:attrName>style.visibility</p:attrName>
                                        </p:attrNameLst>
                                      </p:cBhvr>
                                      <p:to>
                                        <p:strVal val="visible"/>
                                      </p:to>
                                    </p:set>
                                    <p:animEffect filter="fade" transition="in">
                                      <p:cBhvr>
                                        <p:cTn dur="2000"/>
                                        <p:tgtEl>
                                          <p:spTgt spid="1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5" st="5"/>
                                            </p:txEl>
                                          </p:spTgt>
                                        </p:tgtEl>
                                        <p:attrNameLst>
                                          <p:attrName>style.visibility</p:attrName>
                                        </p:attrNameLst>
                                      </p:cBhvr>
                                      <p:to>
                                        <p:strVal val="visible"/>
                                      </p:to>
                                    </p:set>
                                    <p:animEffect filter="fade" transition="in">
                                      <p:cBhvr>
                                        <p:cTn dur="2000"/>
                                        <p:tgtEl>
                                          <p:spTgt spid="1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6" st="6"/>
                                            </p:txEl>
                                          </p:spTgt>
                                        </p:tgtEl>
                                        <p:attrNameLst>
                                          <p:attrName>style.visibility</p:attrName>
                                        </p:attrNameLst>
                                      </p:cBhvr>
                                      <p:to>
                                        <p:strVal val="visible"/>
                                      </p:to>
                                    </p:set>
                                    <p:animEffect filter="fade" transition="in">
                                      <p:cBhvr>
                                        <p:cTn dur="2000"/>
                                        <p:tgtEl>
                                          <p:spTgt spid="19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7" st="7"/>
                                            </p:txEl>
                                          </p:spTgt>
                                        </p:tgtEl>
                                        <p:attrNameLst>
                                          <p:attrName>style.visibility</p:attrName>
                                        </p:attrNameLst>
                                      </p:cBhvr>
                                      <p:to>
                                        <p:strVal val="visible"/>
                                      </p:to>
                                    </p:set>
                                    <p:animEffect filter="fade" transition="in">
                                      <p:cBhvr>
                                        <p:cTn dur="2000"/>
                                        <p:tgtEl>
                                          <p:spTgt spid="190">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7"/>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6600"/>
              <a:buFont typeface="Arial"/>
              <a:buNone/>
            </a:pPr>
            <a:r>
              <a:rPr b="1" lang="en-US">
                <a:solidFill>
                  <a:srgbClr val="C00000"/>
                </a:solidFill>
                <a:latin typeface="Arial"/>
                <a:ea typeface="Arial"/>
                <a:cs typeface="Arial"/>
                <a:sym typeface="Arial"/>
              </a:rPr>
              <a:t>Code Example:</a:t>
            </a:r>
            <a:endParaRPr/>
          </a:p>
        </p:txBody>
      </p:sp>
      <p:sp>
        <p:nvSpPr>
          <p:cNvPr id="196" name="Google Shape;196;p7"/>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a:bodyPr>
          <a:lstStyle/>
          <a:p>
            <a:pPr indent="-22859" lvl="0" marL="285750" rtl="0" algn="l">
              <a:spcBef>
                <a:spcPts val="0"/>
              </a:spcBef>
              <a:spcAft>
                <a:spcPts val="0"/>
              </a:spcAft>
              <a:buSzPts val="4140"/>
              <a:buNone/>
            </a:pPr>
            <a:r>
              <a:t/>
            </a:r>
            <a:endParaRPr/>
          </a:p>
        </p:txBody>
      </p:sp>
      <p:pic>
        <p:nvPicPr>
          <p:cNvPr id="197" name="Google Shape;197;p7"/>
          <p:cNvPicPr preferRelativeResize="0"/>
          <p:nvPr/>
        </p:nvPicPr>
        <p:blipFill rotWithShape="1">
          <a:blip r:embed="rId3">
            <a:alphaModFix/>
          </a:blip>
          <a:srcRect b="0" l="0" r="0" t="0"/>
          <a:stretch/>
        </p:blipFill>
        <p:spPr>
          <a:xfrm>
            <a:off x="1219200" y="2857500"/>
            <a:ext cx="15544799" cy="655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8"/>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accent5"/>
              </a:buClr>
              <a:buSzPts val="6600"/>
              <a:buFont typeface="Arial"/>
              <a:buNone/>
            </a:pPr>
            <a:r>
              <a:rPr b="1" lang="en-US">
                <a:solidFill>
                  <a:schemeClr val="accent5"/>
                </a:solidFill>
                <a:latin typeface="Arial"/>
                <a:ea typeface="Arial"/>
                <a:cs typeface="Arial"/>
                <a:sym typeface="Arial"/>
              </a:rPr>
              <a:t>OUTPUT</a:t>
            </a:r>
            <a:endParaRPr/>
          </a:p>
        </p:txBody>
      </p:sp>
      <p:sp>
        <p:nvSpPr>
          <p:cNvPr id="203" name="Google Shape;203;p8"/>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a:bodyPr>
          <a:lstStyle/>
          <a:p>
            <a:pPr indent="-22859" lvl="0" marL="285750" rtl="0" algn="l">
              <a:spcBef>
                <a:spcPts val="0"/>
              </a:spcBef>
              <a:spcAft>
                <a:spcPts val="0"/>
              </a:spcAft>
              <a:buSzPts val="4140"/>
              <a:buNone/>
            </a:pPr>
            <a:r>
              <a:t/>
            </a:r>
            <a:endParaRPr/>
          </a:p>
        </p:txBody>
      </p:sp>
      <p:pic>
        <p:nvPicPr>
          <p:cNvPr id="204" name="Google Shape;204;p8"/>
          <p:cNvPicPr preferRelativeResize="0"/>
          <p:nvPr/>
        </p:nvPicPr>
        <p:blipFill rotWithShape="1">
          <a:blip r:embed="rId3">
            <a:alphaModFix/>
          </a:blip>
          <a:srcRect b="0" l="0" r="0" t="0"/>
          <a:stretch/>
        </p:blipFill>
        <p:spPr>
          <a:xfrm>
            <a:off x="1943100" y="3695700"/>
            <a:ext cx="14401793" cy="51181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9"/>
          <p:cNvSpPr txBox="1"/>
          <p:nvPr>
            <p:ph type="ctrTitle"/>
          </p:nvPr>
        </p:nvSpPr>
        <p:spPr>
          <a:xfrm>
            <a:off x="4038597" y="2806696"/>
            <a:ext cx="10223503" cy="2273299"/>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7030A0"/>
              </a:buClr>
              <a:buSzPts val="8100"/>
              <a:buFont typeface="Garamond"/>
              <a:buNone/>
            </a:pPr>
            <a:r>
              <a:rPr lang="en-US">
                <a:solidFill>
                  <a:srgbClr val="7030A0"/>
                </a:solidFill>
              </a:rPr>
              <a:t>Conditional  Probability</a:t>
            </a:r>
            <a:endParaRPr/>
          </a:p>
        </p:txBody>
      </p:sp>
      <p:sp>
        <p:nvSpPr>
          <p:cNvPr id="210" name="Google Shape;210;p9"/>
          <p:cNvSpPr txBox="1"/>
          <p:nvPr>
            <p:ph idx="1" type="subTitle"/>
          </p:nvPr>
        </p:nvSpPr>
        <p:spPr>
          <a:xfrm>
            <a:off x="4038597" y="5486395"/>
            <a:ext cx="10223503" cy="1981203"/>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3450"/>
              <a:buNone/>
            </a:pPr>
            <a:r>
              <a:rPr lang="en-US" sz="3000">
                <a:solidFill>
                  <a:srgbClr val="00B0F0"/>
                </a:solidFill>
                <a:latin typeface="Arial"/>
                <a:ea typeface="Arial"/>
                <a:cs typeface="Arial"/>
                <a:sym typeface="Arial"/>
              </a:rPr>
              <a:t>PRESENTED BY: MALAIKA AROOJ(057)</a:t>
            </a:r>
            <a:endParaRPr/>
          </a:p>
          <a:p>
            <a:pPr indent="0" lvl="0" marL="0" rtl="0" algn="ctr">
              <a:spcBef>
                <a:spcPts val="1440"/>
              </a:spcBef>
              <a:spcAft>
                <a:spcPts val="0"/>
              </a:spcAft>
              <a:buSzPts val="4830"/>
              <a:buNone/>
            </a:pPr>
            <a:r>
              <a:t/>
            </a:r>
            <a:endParaRPr sz="4200">
              <a:solidFill>
                <a:srgbClr val="00B0F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0"/>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70C0"/>
              </a:buClr>
              <a:buSzPct val="100000"/>
              <a:buFont typeface="Garamond"/>
              <a:buNone/>
            </a:pPr>
            <a:r>
              <a:rPr b="1" lang="en-US">
                <a:solidFill>
                  <a:srgbClr val="0070C0"/>
                </a:solidFill>
              </a:rPr>
              <a:t>Students will be able to:</a:t>
            </a:r>
            <a:br>
              <a:rPr b="1" lang="en-US">
                <a:solidFill>
                  <a:srgbClr val="0070C0"/>
                </a:solidFill>
              </a:rPr>
            </a:br>
            <a:r>
              <a:rPr lang="en-US"/>
              <a:t>find the conditional probability of an event.</a:t>
            </a:r>
            <a:endParaRPr/>
          </a:p>
        </p:txBody>
      </p:sp>
      <p:sp>
        <p:nvSpPr>
          <p:cNvPr id="216" name="Google Shape;216;p10"/>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4140"/>
              <a:buNone/>
            </a:pPr>
            <a:r>
              <a:rPr b="1" lang="en-US">
                <a:solidFill>
                  <a:srgbClr val="0070C0"/>
                </a:solidFill>
              </a:rPr>
              <a:t>Key Vocabulary:</a:t>
            </a:r>
            <a:endParaRPr/>
          </a:p>
          <a:p>
            <a:pPr indent="-285750" lvl="0" marL="285750" rtl="0" algn="l">
              <a:spcBef>
                <a:spcPts val="1320"/>
              </a:spcBef>
              <a:spcAft>
                <a:spcPts val="0"/>
              </a:spcAft>
              <a:buSzPts val="4140"/>
              <a:buChar char="•"/>
            </a:pPr>
            <a:r>
              <a:rPr lang="en-US"/>
              <a:t>Independent events</a:t>
            </a:r>
            <a:endParaRPr/>
          </a:p>
          <a:p>
            <a:pPr indent="-285750" lvl="0" marL="285750" rtl="0" algn="l">
              <a:spcBef>
                <a:spcPts val="1320"/>
              </a:spcBef>
              <a:spcAft>
                <a:spcPts val="0"/>
              </a:spcAft>
              <a:buSzPts val="4140"/>
              <a:buChar char="•"/>
            </a:pPr>
            <a:r>
              <a:rPr lang="en-US"/>
              <a:t>Dependent events</a:t>
            </a:r>
            <a:endParaRPr/>
          </a:p>
          <a:p>
            <a:pPr indent="-285750" lvl="0" marL="285750" rtl="0" algn="l">
              <a:spcBef>
                <a:spcPts val="1320"/>
              </a:spcBef>
              <a:spcAft>
                <a:spcPts val="0"/>
              </a:spcAft>
              <a:buSzPts val="4140"/>
              <a:buChar char="•"/>
            </a:pPr>
            <a:r>
              <a:rPr lang="en-US"/>
              <a:t>Conditional Probability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0" st="0"/>
                                            </p:txEl>
                                          </p:spTgt>
                                        </p:tgtEl>
                                        <p:attrNameLst>
                                          <p:attrName>style.visibility</p:attrName>
                                        </p:attrNameLst>
                                      </p:cBhvr>
                                      <p:to>
                                        <p:strVal val="visible"/>
                                      </p:to>
                                    </p:set>
                                    <p:animEffect filter="fade" transition="in">
                                      <p:cBhvr>
                                        <p:cTn dur="2000"/>
                                        <p:tgtEl>
                                          <p:spTgt spid="2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1" st="1"/>
                                            </p:txEl>
                                          </p:spTgt>
                                        </p:tgtEl>
                                        <p:attrNameLst>
                                          <p:attrName>style.visibility</p:attrName>
                                        </p:attrNameLst>
                                      </p:cBhvr>
                                      <p:to>
                                        <p:strVal val="visible"/>
                                      </p:to>
                                    </p:set>
                                    <p:animEffect filter="fade" transition="in">
                                      <p:cBhvr>
                                        <p:cTn dur="2000"/>
                                        <p:tgtEl>
                                          <p:spTgt spid="2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2" st="2"/>
                                            </p:txEl>
                                          </p:spTgt>
                                        </p:tgtEl>
                                        <p:attrNameLst>
                                          <p:attrName>style.visibility</p:attrName>
                                        </p:attrNameLst>
                                      </p:cBhvr>
                                      <p:to>
                                        <p:strVal val="visible"/>
                                      </p:to>
                                    </p:set>
                                    <p:animEffect filter="fade" transition="in">
                                      <p:cBhvr>
                                        <p:cTn dur="2000"/>
                                        <p:tgtEl>
                                          <p:spTgt spid="2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3" st="3"/>
                                            </p:txEl>
                                          </p:spTgt>
                                        </p:tgtEl>
                                        <p:attrNameLst>
                                          <p:attrName>style.visibility</p:attrName>
                                        </p:attrNameLst>
                                      </p:cBhvr>
                                      <p:to>
                                        <p:strVal val="visible"/>
                                      </p:to>
                                    </p:set>
                                    <p:animEffect filter="fade" transition="in">
                                      <p:cBhvr>
                                        <p:cTn dur="2000"/>
                                        <p:tgtEl>
                                          <p:spTgt spid="2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1"/>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70C0"/>
              </a:buClr>
              <a:buSzPts val="6600"/>
              <a:buFont typeface="Garamond"/>
              <a:buNone/>
            </a:pPr>
            <a:r>
              <a:rPr b="1" lang="en-US">
                <a:solidFill>
                  <a:srgbClr val="0070C0"/>
                </a:solidFill>
              </a:rPr>
              <a:t>INDEPENDENT EVENTS</a:t>
            </a:r>
            <a:endParaRPr b="1">
              <a:solidFill>
                <a:srgbClr val="00B0F0"/>
              </a:solidFill>
            </a:endParaRPr>
          </a:p>
        </p:txBody>
      </p:sp>
      <p:sp>
        <p:nvSpPr>
          <p:cNvPr id="222" name="Google Shape;222;p11"/>
          <p:cNvSpPr txBox="1"/>
          <p:nvPr>
            <p:ph idx="1" type="body"/>
          </p:nvPr>
        </p:nvSpPr>
        <p:spPr>
          <a:xfrm>
            <a:off x="1943101" y="3835398"/>
            <a:ext cx="14401794" cy="4978404"/>
          </a:xfrm>
          <a:prstGeom prst="rect">
            <a:avLst/>
          </a:prstGeom>
          <a:blipFill rotWithShape="1">
            <a:blip r:embed="rId3">
              <a:alphaModFix/>
            </a:blip>
            <a:stretch>
              <a:fillRect b="0" l="-1016" r="-951" t="-1099"/>
            </a:stretch>
          </a:blip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4140"/>
              <a:buChar char="•"/>
            </a:pPr>
            <a:r>
              <a:rPr lang="en-US"/>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xEl>
                                              <p:pRg end="0" st="0"/>
                                            </p:txEl>
                                          </p:spTgt>
                                        </p:tgtEl>
                                        <p:attrNameLst>
                                          <p:attrName>style.visibility</p:attrName>
                                        </p:attrNameLst>
                                      </p:cBhvr>
                                      <p:to>
                                        <p:strVal val="visible"/>
                                      </p:to>
                                    </p:set>
                                    <p:animEffect filter="fade" transition="in">
                                      <p:cBhvr>
                                        <p:cTn dur="2000"/>
                                        <p:tgtEl>
                                          <p:spTgt spid="2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2"/>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70C0"/>
              </a:buClr>
              <a:buSzPts val="6600"/>
              <a:buFont typeface="Garamond"/>
              <a:buNone/>
            </a:pPr>
            <a:r>
              <a:rPr b="1" lang="en-US">
                <a:solidFill>
                  <a:srgbClr val="0070C0"/>
                </a:solidFill>
              </a:rPr>
              <a:t>DEPENDENT EVENTS</a:t>
            </a:r>
            <a:r>
              <a:rPr lang="en-US"/>
              <a:t>.</a:t>
            </a:r>
            <a:endParaRPr/>
          </a:p>
        </p:txBody>
      </p:sp>
      <p:sp>
        <p:nvSpPr>
          <p:cNvPr id="228" name="Google Shape;228;p12"/>
          <p:cNvSpPr txBox="1"/>
          <p:nvPr>
            <p:ph idx="1" type="body"/>
          </p:nvPr>
        </p:nvSpPr>
        <p:spPr>
          <a:xfrm>
            <a:off x="1943101" y="3835398"/>
            <a:ext cx="14401794" cy="4978404"/>
          </a:xfrm>
          <a:prstGeom prst="rect">
            <a:avLst/>
          </a:prstGeom>
          <a:blipFill rotWithShape="1">
            <a:blip r:embed="rId3">
              <a:alphaModFix/>
            </a:blip>
            <a:stretch>
              <a:fillRect b="0" l="-1268" r="-422" t="-1712"/>
            </a:stretch>
          </a:blip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4140"/>
              <a:buChar char="•"/>
            </a:pPr>
            <a:r>
              <a:rPr lang="en-US"/>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3"/>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B0F0"/>
              </a:buClr>
              <a:buSzPts val="6600"/>
              <a:buFont typeface="Garamond"/>
              <a:buNone/>
            </a:pPr>
            <a:r>
              <a:rPr b="1" lang="en-US">
                <a:solidFill>
                  <a:srgbClr val="00B0F0"/>
                </a:solidFill>
              </a:rPr>
              <a:t>Conditional Probability</a:t>
            </a:r>
            <a:endParaRPr/>
          </a:p>
        </p:txBody>
      </p:sp>
      <p:sp>
        <p:nvSpPr>
          <p:cNvPr id="234" name="Google Shape;234;p13"/>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a:bodyPr>
          <a:lstStyle/>
          <a:p>
            <a:pPr indent="0" lvl="0" marL="0" marR="0" rtl="0" algn="l">
              <a:lnSpc>
                <a:spcPct val="107000"/>
              </a:lnSpc>
              <a:spcBef>
                <a:spcPts val="0"/>
              </a:spcBef>
              <a:spcAft>
                <a:spcPts val="0"/>
              </a:spcAft>
              <a:buSzPts val="4140"/>
              <a:buNone/>
            </a:pPr>
            <a:r>
              <a:rPr lang="en-US"/>
              <a:t>A </a:t>
            </a:r>
            <a:r>
              <a:rPr b="1" lang="en-US">
                <a:solidFill>
                  <a:srgbClr val="0070C0"/>
                </a:solidFill>
              </a:rPr>
              <a:t>CONDITIONAL PROBABILITY</a:t>
            </a:r>
            <a:r>
              <a:rPr lang="en-US">
                <a:solidFill>
                  <a:srgbClr val="0070C0"/>
                </a:solidFill>
              </a:rPr>
              <a:t> </a:t>
            </a:r>
            <a:r>
              <a:rPr lang="en-US"/>
              <a:t>of an event is used when the probability is affected by the knowledge of other circumstances. It can only occur to dependent events.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0" st="0"/>
                                            </p:txEl>
                                          </p:spTgt>
                                        </p:tgtEl>
                                        <p:attrNameLst>
                                          <p:attrName>style.visibility</p:attrName>
                                        </p:attrNameLst>
                                      </p:cBhvr>
                                      <p:to>
                                        <p:strVal val="visible"/>
                                      </p:to>
                                    </p:set>
                                    <p:animEffect filter="fade" transition="in">
                                      <p:cBhvr>
                                        <p:cTn dur="2000"/>
                                        <p:tgtEl>
                                          <p:spTgt spid="2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4"/>
          <p:cNvSpPr txBox="1"/>
          <p:nvPr>
            <p:ph type="title"/>
          </p:nvPr>
        </p:nvSpPr>
        <p:spPr>
          <a:xfrm>
            <a:off x="1943103" y="1473198"/>
            <a:ext cx="14401794" cy="173759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accent3"/>
              </a:buClr>
              <a:buSzPts val="6600"/>
              <a:buFont typeface="Arial"/>
              <a:buNone/>
            </a:pPr>
            <a:r>
              <a:rPr b="1" lang="en-US">
                <a:solidFill>
                  <a:schemeClr val="accent3"/>
                </a:solidFill>
                <a:latin typeface="Arial"/>
                <a:ea typeface="Arial"/>
                <a:cs typeface="Arial"/>
                <a:sym typeface="Arial"/>
              </a:rPr>
              <a:t>Types of Events</a:t>
            </a:r>
            <a:endParaRPr/>
          </a:p>
        </p:txBody>
      </p:sp>
      <p:sp>
        <p:nvSpPr>
          <p:cNvPr id="240" name="Google Shape;240;p14"/>
          <p:cNvSpPr txBox="1"/>
          <p:nvPr>
            <p:ph idx="1" type="body"/>
          </p:nvPr>
        </p:nvSpPr>
        <p:spPr>
          <a:xfrm>
            <a:off x="1943103" y="6607324"/>
            <a:ext cx="12193729" cy="1615827"/>
          </a:xfrm>
          <a:prstGeom prst="rect">
            <a:avLst/>
          </a:prstGeom>
          <a:noFill/>
          <a:ln>
            <a:noFill/>
          </a:ln>
        </p:spPr>
        <p:txBody>
          <a:bodyPr anchorCtr="0" anchor="ctr" bIns="45700" lIns="91425" spcFirstLastPara="1" rIns="91425" wrap="square" tIns="45700">
            <a:spAutoFit/>
          </a:bodyPr>
          <a:lstStyle/>
          <a:p>
            <a:pPr indent="0" lvl="0" marL="0" rtl="0" algn="l">
              <a:spcBef>
                <a:spcPts val="0"/>
              </a:spcBef>
              <a:spcAft>
                <a:spcPts val="0"/>
              </a:spcAft>
              <a:buClr>
                <a:srgbClr val="262626"/>
              </a:buClr>
              <a:buSzPts val="2400"/>
              <a:buFont typeface="Garamond"/>
              <a:buNone/>
            </a:pPr>
            <a:r>
              <a:t/>
            </a:r>
            <a:endParaRPr sz="2400"/>
          </a:p>
          <a:p>
            <a:pPr indent="0" lvl="0" marL="0" rtl="0" algn="l">
              <a:spcBef>
                <a:spcPts val="0"/>
              </a:spcBef>
              <a:spcAft>
                <a:spcPts val="0"/>
              </a:spcAft>
              <a:buClr>
                <a:srgbClr val="262626"/>
              </a:buClr>
              <a:buSzPts val="2400"/>
              <a:buFont typeface="Garamond"/>
              <a:buNone/>
            </a:pPr>
            <a:r>
              <a:t/>
            </a:r>
            <a:endParaRPr sz="2400"/>
          </a:p>
          <a:p>
            <a:pPr indent="0" lvl="0" marL="0" rtl="0" algn="l">
              <a:spcBef>
                <a:spcPts val="0"/>
              </a:spcBef>
              <a:spcAft>
                <a:spcPts val="0"/>
              </a:spcAft>
              <a:buClr>
                <a:srgbClr val="262626"/>
              </a:buClr>
              <a:buSzPts val="2400"/>
              <a:buFont typeface="Garamond"/>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400"/>
              <a:buFont typeface="Garamond"/>
              <a:buNone/>
            </a:pPr>
            <a:r>
              <a:t/>
            </a:r>
            <a:endParaRPr b="0" i="0" sz="2400" u="none" cap="none" strike="noStrike">
              <a:solidFill>
                <a:schemeClr val="dk1"/>
              </a:solidFill>
              <a:latin typeface="Arial"/>
              <a:ea typeface="Arial"/>
              <a:cs typeface="Arial"/>
              <a:sym typeface="Arial"/>
            </a:endParaRPr>
          </a:p>
        </p:txBody>
      </p:sp>
      <p:graphicFrame>
        <p:nvGraphicFramePr>
          <p:cNvPr id="241" name="Google Shape;241;p14"/>
          <p:cNvGraphicFramePr/>
          <p:nvPr/>
        </p:nvGraphicFramePr>
        <p:xfrm>
          <a:off x="1747330" y="1310493"/>
          <a:ext cx="3000000" cy="3000000"/>
        </p:xfrm>
        <a:graphic>
          <a:graphicData uri="http://schemas.openxmlformats.org/drawingml/2006/table">
            <a:tbl>
              <a:tblPr>
                <a:noFill/>
                <a:tableStyleId>{BA77F48C-0A6A-491C-9189-36626E543580}</a:tableStyleId>
              </a:tblPr>
              <a:tblGrid>
                <a:gridCol w="14793350"/>
              </a:tblGrid>
              <a:tr h="1057475">
                <a:tc>
                  <a:txBody>
                    <a:bodyPr/>
                    <a:lstStyle/>
                    <a:p>
                      <a:pPr indent="0" lvl="0" marL="0" marR="0" rtl="0" algn="ctr">
                        <a:lnSpc>
                          <a:spcPct val="107000"/>
                        </a:lnSpc>
                        <a:spcBef>
                          <a:spcPts val="0"/>
                        </a:spcBef>
                        <a:spcAft>
                          <a:spcPts val="0"/>
                        </a:spcAft>
                        <a:buNone/>
                      </a:pPr>
                      <a:r>
                        <a:rPr b="1" lang="en-US" sz="3600" u="none" cap="none" strike="noStrike">
                          <a:latin typeface="Calibri"/>
                          <a:ea typeface="Calibri"/>
                          <a:cs typeface="Calibri"/>
                          <a:sym typeface="Calibri"/>
                        </a:rPr>
                        <a:t>Conditional Probability</a:t>
                      </a:r>
                      <a:endParaRPr sz="3600" u="none" cap="none" strike="noStrike">
                        <a:latin typeface="Calibri"/>
                        <a:ea typeface="Calibri"/>
                        <a:cs typeface="Calibri"/>
                        <a:sym typeface="Calibri"/>
                      </a:endParaRPr>
                    </a:p>
                  </a:txBody>
                  <a:tcPr marT="91450" marB="91450" marR="27300" marL="273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6DDE8"/>
                    </a:solidFill>
                  </a:tcPr>
                </a:tc>
              </a:tr>
              <a:tr h="6161600">
                <a:tc>
                  <a:txBody>
                    <a:bodyPr/>
                    <a:lstStyle/>
                    <a:p>
                      <a:pPr indent="0" lvl="0" marL="0" marR="0" rtl="0" algn="l">
                        <a:spcBef>
                          <a:spcPts val="0"/>
                        </a:spcBef>
                        <a:spcAft>
                          <a:spcPts val="0"/>
                        </a:spcAft>
                        <a:buNone/>
                      </a:pPr>
                      <a:r>
                        <a:t/>
                      </a:r>
                      <a:endParaRPr sz="2700"/>
                    </a:p>
                  </a:txBody>
                  <a:tcPr marT="91450" marB="91450" marR="27300" marL="273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5"/>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70C0"/>
              </a:buClr>
              <a:buSzPts val="6600"/>
              <a:buFont typeface="Garamond"/>
              <a:buNone/>
            </a:pPr>
            <a:r>
              <a:rPr b="1" lang="en-US">
                <a:solidFill>
                  <a:srgbClr val="0070C0"/>
                </a:solidFill>
              </a:rPr>
              <a:t>Sample Problem 1</a:t>
            </a:r>
            <a:endParaRPr b="1">
              <a:solidFill>
                <a:schemeClr val="accent2"/>
              </a:solidFill>
              <a:latin typeface="Arial"/>
              <a:ea typeface="Arial"/>
              <a:cs typeface="Arial"/>
              <a:sym typeface="Arial"/>
            </a:endParaRPr>
          </a:p>
        </p:txBody>
      </p:sp>
      <p:sp>
        <p:nvSpPr>
          <p:cNvPr id="247" name="Google Shape;247;p15"/>
          <p:cNvSpPr txBox="1"/>
          <p:nvPr>
            <p:ph idx="1" type="body"/>
          </p:nvPr>
        </p:nvSpPr>
        <p:spPr>
          <a:xfrm>
            <a:off x="1943101" y="3835398"/>
            <a:ext cx="14401794" cy="4978404"/>
          </a:xfrm>
          <a:prstGeom prst="rect">
            <a:avLst/>
          </a:prstGeom>
          <a:blipFill rotWithShape="1">
            <a:blip r:embed="rId3">
              <a:alphaModFix/>
            </a:blip>
            <a:stretch>
              <a:fillRect b="0" l="-698" r="-189" t="-1099"/>
            </a:stretch>
          </a:blip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4140"/>
              <a:buChar char="•"/>
            </a:pPr>
            <a:r>
              <a:rPr lang="en-US"/>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animEffect filter="fade" transition="in">
                                      <p:cBhvr>
                                        <p:cTn dur="2000"/>
                                        <p:tgtEl>
                                          <p:spTgt spid="24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6"/>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70C0"/>
              </a:buClr>
              <a:buSzPts val="6600"/>
              <a:buFont typeface="Garamond"/>
              <a:buNone/>
            </a:pPr>
            <a:r>
              <a:rPr b="1" lang="en-US">
                <a:solidFill>
                  <a:srgbClr val="0070C0"/>
                </a:solidFill>
              </a:rPr>
              <a:t>Sample Problem 2</a:t>
            </a:r>
            <a:endParaRPr b="1">
              <a:solidFill>
                <a:srgbClr val="002060"/>
              </a:solidFill>
            </a:endParaRPr>
          </a:p>
        </p:txBody>
      </p:sp>
      <p:sp>
        <p:nvSpPr>
          <p:cNvPr id="253" name="Google Shape;253;p16"/>
          <p:cNvSpPr txBox="1"/>
          <p:nvPr>
            <p:ph idx="1" type="body"/>
          </p:nvPr>
        </p:nvSpPr>
        <p:spPr>
          <a:xfrm>
            <a:off x="1943101" y="3835398"/>
            <a:ext cx="14401794" cy="4978404"/>
          </a:xfrm>
          <a:prstGeom prst="rect">
            <a:avLst/>
          </a:prstGeom>
          <a:blipFill rotWithShape="1">
            <a:blip r:embed="rId3">
              <a:alphaModFix/>
            </a:blip>
            <a:stretch>
              <a:fillRect b="0" l="-698" r="0" t="-1099"/>
            </a:stretch>
          </a:blip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4140"/>
              <a:buChar char="•"/>
            </a:pPr>
            <a:r>
              <a:rPr lang="en-US"/>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20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animEffect filter="fade" transition="in">
                                      <p:cBhvr>
                                        <p:cTn dur="2000"/>
                                        <p:tgtEl>
                                          <p:spTgt spid="25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7"/>
          <p:cNvSpPr txBox="1"/>
          <p:nvPr>
            <p:ph idx="4294967295" type="title"/>
          </p:nvPr>
        </p:nvSpPr>
        <p:spPr>
          <a:xfrm>
            <a:off x="1138129" y="1638603"/>
            <a:ext cx="5576887" cy="91678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Arial"/>
              <a:buNone/>
            </a:pPr>
            <a:r>
              <a:rPr b="1" lang="en-US">
                <a:solidFill>
                  <a:srgbClr val="C00000"/>
                </a:solidFill>
                <a:latin typeface="Arial"/>
                <a:ea typeface="Arial"/>
                <a:cs typeface="Arial"/>
                <a:sym typeface="Arial"/>
              </a:rPr>
              <a:t>Code Example:</a:t>
            </a:r>
            <a:endParaRPr/>
          </a:p>
        </p:txBody>
      </p:sp>
      <p:sp>
        <p:nvSpPr>
          <p:cNvPr id="259" name="Google Shape;259;p17"/>
          <p:cNvSpPr txBox="1"/>
          <p:nvPr>
            <p:ph idx="4294967295" type="body"/>
          </p:nvPr>
        </p:nvSpPr>
        <p:spPr>
          <a:xfrm>
            <a:off x="1559466" y="3198018"/>
            <a:ext cx="6098382" cy="5260182"/>
          </a:xfrm>
          <a:prstGeom prst="rect">
            <a:avLst/>
          </a:prstGeom>
          <a:noFill/>
          <a:ln>
            <a:noFill/>
          </a:ln>
        </p:spPr>
        <p:txBody>
          <a:bodyPr anchorCtr="0" anchor="t" bIns="45700" lIns="91425" spcFirstLastPara="1" rIns="91425" wrap="square" tIns="45700">
            <a:normAutofit fontScale="70000" lnSpcReduction="20000"/>
          </a:bodyPr>
          <a:lstStyle/>
          <a:p>
            <a:pPr indent="-285750" lvl="0" marL="285750" rtl="0" algn="l">
              <a:spcBef>
                <a:spcPts val="0"/>
              </a:spcBef>
              <a:spcAft>
                <a:spcPts val="0"/>
              </a:spcAft>
              <a:buSzPct val="115000"/>
              <a:buChar char="•"/>
            </a:pPr>
            <a:r>
              <a:rPr lang="en-US"/>
              <a:t>Let’s say we want to calculate the </a:t>
            </a:r>
            <a:r>
              <a:rPr b="1" lang="en-US"/>
              <a:t>conditional probability</a:t>
            </a:r>
            <a:r>
              <a:rPr lang="en-US"/>
              <a:t> of getting a sum of 7 given that at least one die shows a 4. This would mean:</a:t>
            </a:r>
            <a:endParaRPr/>
          </a:p>
          <a:p>
            <a:pPr indent="-285750" lvl="0" marL="285750" rtl="0" algn="l">
              <a:spcBef>
                <a:spcPts val="1104"/>
              </a:spcBef>
              <a:spcAft>
                <a:spcPts val="0"/>
              </a:spcAft>
              <a:buSzPct val="115000"/>
              <a:buChar char="•"/>
            </a:pPr>
            <a:r>
              <a:rPr b="1" lang="en-US"/>
              <a:t>Event A</a:t>
            </a:r>
            <a:r>
              <a:rPr lang="en-US"/>
              <a:t>: The sum of two dice is 7.</a:t>
            </a:r>
            <a:endParaRPr/>
          </a:p>
          <a:p>
            <a:pPr indent="-285750" lvl="0" marL="285750" rtl="0" algn="l">
              <a:spcBef>
                <a:spcPts val="1104"/>
              </a:spcBef>
              <a:spcAft>
                <a:spcPts val="0"/>
              </a:spcAft>
              <a:buSzPct val="115000"/>
              <a:buChar char="•"/>
            </a:pPr>
            <a:r>
              <a:rPr b="1" lang="en-US"/>
              <a:t>Event B</a:t>
            </a:r>
            <a:r>
              <a:rPr lang="en-US"/>
              <a:t>: At least one die shows a 4.</a:t>
            </a:r>
            <a:endParaRPr/>
          </a:p>
          <a:p>
            <a:pPr indent="-285750" lvl="0" marL="285750" rtl="0" algn="l">
              <a:spcBef>
                <a:spcPts val="1104"/>
              </a:spcBef>
              <a:spcAft>
                <a:spcPts val="0"/>
              </a:spcAft>
              <a:buSzPct val="115000"/>
              <a:buChar char="•"/>
            </a:pPr>
            <a:r>
              <a:rPr lang="en-US"/>
              <a:t>To calculate P(A∣B)P(A|B)P(A∣B), we need:</a:t>
            </a:r>
            <a:endParaRPr/>
          </a:p>
          <a:p>
            <a:pPr indent="-285750" lvl="0" marL="285750" rtl="0" algn="l">
              <a:spcBef>
                <a:spcPts val="1104"/>
              </a:spcBef>
              <a:spcAft>
                <a:spcPts val="0"/>
              </a:spcAft>
              <a:buSzPct val="115000"/>
              <a:buChar char="•"/>
            </a:pPr>
            <a:r>
              <a:rPr lang="en-US"/>
              <a:t>P(A∩B)P(A \cap B)P(A∩B) – Probability of both events (sum is 7 and one die shows 4).</a:t>
            </a:r>
            <a:endParaRPr/>
          </a:p>
          <a:p>
            <a:pPr indent="-285750" lvl="0" marL="285750" rtl="0" algn="l">
              <a:spcBef>
                <a:spcPts val="1104"/>
              </a:spcBef>
              <a:spcAft>
                <a:spcPts val="0"/>
              </a:spcAft>
              <a:buSzPct val="115000"/>
              <a:buChar char="•"/>
            </a:pPr>
            <a:r>
              <a:rPr lang="en-US"/>
              <a:t>P(B)P(B)P(B) – Probability that at least one die shows a 4.</a:t>
            </a:r>
            <a:endParaRPr/>
          </a:p>
          <a:p>
            <a:pPr indent="-101727" lvl="0" marL="285750" rtl="0" algn="l">
              <a:spcBef>
                <a:spcPts val="1104"/>
              </a:spcBef>
              <a:spcAft>
                <a:spcPts val="0"/>
              </a:spcAft>
              <a:buSzPct val="115000"/>
              <a:buNone/>
            </a:pPr>
            <a:r>
              <a:t/>
            </a:r>
            <a:endParaRPr/>
          </a:p>
        </p:txBody>
      </p:sp>
      <p:pic>
        <p:nvPicPr>
          <p:cNvPr id="260" name="Google Shape;260;p17"/>
          <p:cNvPicPr preferRelativeResize="0"/>
          <p:nvPr/>
        </p:nvPicPr>
        <p:blipFill rotWithShape="1">
          <a:blip r:embed="rId3">
            <a:alphaModFix/>
          </a:blip>
          <a:srcRect b="0" l="0" r="0" t="0"/>
          <a:stretch/>
        </p:blipFill>
        <p:spPr>
          <a:xfrm>
            <a:off x="7657848" y="1638603"/>
            <a:ext cx="9206755" cy="69411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2000"/>
                                        <p:tgtEl>
                                          <p:spTgt spid="2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0" st="0"/>
                                            </p:txEl>
                                          </p:spTgt>
                                        </p:tgtEl>
                                        <p:attrNameLst>
                                          <p:attrName>style.visibility</p:attrName>
                                        </p:attrNameLst>
                                      </p:cBhvr>
                                      <p:to>
                                        <p:strVal val="visible"/>
                                      </p:to>
                                    </p:set>
                                    <p:animEffect filter="fade" transition="in">
                                      <p:cBhvr>
                                        <p:cTn dur="500"/>
                                        <p:tgtEl>
                                          <p:spTgt spid="2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1" st="1"/>
                                            </p:txEl>
                                          </p:spTgt>
                                        </p:tgtEl>
                                        <p:attrNameLst>
                                          <p:attrName>style.visibility</p:attrName>
                                        </p:attrNameLst>
                                      </p:cBhvr>
                                      <p:to>
                                        <p:strVal val="visible"/>
                                      </p:to>
                                    </p:set>
                                    <p:animEffect filter="fade" transition="in">
                                      <p:cBhvr>
                                        <p:cTn dur="500"/>
                                        <p:tgtEl>
                                          <p:spTgt spid="2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2" st="2"/>
                                            </p:txEl>
                                          </p:spTgt>
                                        </p:tgtEl>
                                        <p:attrNameLst>
                                          <p:attrName>style.visibility</p:attrName>
                                        </p:attrNameLst>
                                      </p:cBhvr>
                                      <p:to>
                                        <p:strVal val="visible"/>
                                      </p:to>
                                    </p:set>
                                    <p:animEffect filter="fade" transition="in">
                                      <p:cBhvr>
                                        <p:cTn dur="500"/>
                                        <p:tgtEl>
                                          <p:spTgt spid="2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3" st="3"/>
                                            </p:txEl>
                                          </p:spTgt>
                                        </p:tgtEl>
                                        <p:attrNameLst>
                                          <p:attrName>style.visibility</p:attrName>
                                        </p:attrNameLst>
                                      </p:cBhvr>
                                      <p:to>
                                        <p:strVal val="visible"/>
                                      </p:to>
                                    </p:set>
                                    <p:animEffect filter="fade" transition="in">
                                      <p:cBhvr>
                                        <p:cTn dur="500"/>
                                        <p:tgtEl>
                                          <p:spTgt spid="2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4" st="4"/>
                                            </p:txEl>
                                          </p:spTgt>
                                        </p:tgtEl>
                                        <p:attrNameLst>
                                          <p:attrName>style.visibility</p:attrName>
                                        </p:attrNameLst>
                                      </p:cBhvr>
                                      <p:to>
                                        <p:strVal val="visible"/>
                                      </p:to>
                                    </p:set>
                                    <p:animEffect filter="fade" transition="in">
                                      <p:cBhvr>
                                        <p:cTn dur="500"/>
                                        <p:tgtEl>
                                          <p:spTgt spid="25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5" st="5"/>
                                            </p:txEl>
                                          </p:spTgt>
                                        </p:tgtEl>
                                        <p:attrNameLst>
                                          <p:attrName>style.visibility</p:attrName>
                                        </p:attrNameLst>
                                      </p:cBhvr>
                                      <p:to>
                                        <p:strVal val="visible"/>
                                      </p:to>
                                    </p:set>
                                    <p:animEffect filter="fade" transition="in">
                                      <p:cBhvr>
                                        <p:cTn dur="500"/>
                                        <p:tgtEl>
                                          <p:spTgt spid="25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6" st="6"/>
                                            </p:txEl>
                                          </p:spTgt>
                                        </p:tgtEl>
                                        <p:attrNameLst>
                                          <p:attrName>style.visibility</p:attrName>
                                        </p:attrNameLst>
                                      </p:cBhvr>
                                      <p:to>
                                        <p:strVal val="visible"/>
                                      </p:to>
                                    </p:set>
                                    <p:animEffect filter="fade" transition="in">
                                      <p:cBhvr>
                                        <p:cTn dur="500"/>
                                        <p:tgtEl>
                                          <p:spTgt spid="259">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8"/>
          <p:cNvSpPr txBox="1"/>
          <p:nvPr>
            <p:ph idx="4294967295" type="title"/>
          </p:nvPr>
        </p:nvSpPr>
        <p:spPr>
          <a:xfrm>
            <a:off x="1269459" y="1711561"/>
            <a:ext cx="5576887" cy="91678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Arial"/>
              <a:buNone/>
            </a:pPr>
            <a:r>
              <a:rPr b="1" lang="en-US">
                <a:solidFill>
                  <a:srgbClr val="C00000"/>
                </a:solidFill>
                <a:latin typeface="Arial"/>
                <a:ea typeface="Arial"/>
                <a:cs typeface="Arial"/>
                <a:sym typeface="Arial"/>
              </a:rPr>
              <a:t>Code Example:</a:t>
            </a:r>
            <a:endParaRPr/>
          </a:p>
        </p:txBody>
      </p:sp>
      <p:sp>
        <p:nvSpPr>
          <p:cNvPr id="266" name="Google Shape;266;p18"/>
          <p:cNvSpPr txBox="1"/>
          <p:nvPr>
            <p:ph idx="4294967295" type="body"/>
          </p:nvPr>
        </p:nvSpPr>
        <p:spPr>
          <a:xfrm>
            <a:off x="1719315" y="3626419"/>
            <a:ext cx="6218457" cy="3877984"/>
          </a:xfrm>
          <a:prstGeom prst="rect">
            <a:avLst/>
          </a:prstGeom>
          <a:noFill/>
          <a:ln>
            <a:noFill/>
          </a:ln>
        </p:spPr>
        <p:txBody>
          <a:bodyPr anchorCtr="0" anchor="ctr" bIns="45700" lIns="91425" spcFirstLastPara="1" rIns="91425" wrap="square" tIns="45700">
            <a:spAutoFit/>
          </a:bodyPr>
          <a:lstStyle/>
          <a:p>
            <a:pPr indent="-171450" lvl="0" marL="0" marR="0" rtl="0" algn="l">
              <a:lnSpc>
                <a:spcPct val="100000"/>
              </a:lnSpc>
              <a:spcBef>
                <a:spcPts val="0"/>
              </a:spcBef>
              <a:spcAft>
                <a:spcPts val="0"/>
              </a:spcAft>
              <a:buClr>
                <a:schemeClr val="dk1"/>
              </a:buClr>
              <a:buSzPts val="2700"/>
              <a:buFont typeface="Garamond"/>
              <a:buChar char="•"/>
            </a:pPr>
            <a:r>
              <a:rPr b="1" i="0" lang="en-US" sz="2700" u="none" cap="none" strike="noStrike">
                <a:solidFill>
                  <a:schemeClr val="dk1"/>
                </a:solidFill>
                <a:latin typeface="Garamond"/>
                <a:ea typeface="Garamond"/>
                <a:cs typeface="Garamond"/>
                <a:sym typeface="Garamond"/>
              </a:rPr>
              <a:t>roll_dice()</a:t>
            </a:r>
            <a:r>
              <a:rPr b="0" i="0" lang="en-US" sz="2700" u="none" cap="none" strike="noStrike">
                <a:solidFill>
                  <a:schemeClr val="dk1"/>
                </a:solidFill>
                <a:latin typeface="Garamond"/>
                <a:ea typeface="Garamond"/>
                <a:cs typeface="Garamond"/>
                <a:sym typeface="Garamond"/>
              </a:rPr>
              <a:t>: Simulates rolling two dice.</a:t>
            </a:r>
            <a:endParaRPr/>
          </a:p>
          <a:p>
            <a:pPr indent="-171450" lvl="0" marL="0" marR="0" rtl="0" algn="l">
              <a:lnSpc>
                <a:spcPct val="100000"/>
              </a:lnSpc>
              <a:spcBef>
                <a:spcPts val="0"/>
              </a:spcBef>
              <a:spcAft>
                <a:spcPts val="0"/>
              </a:spcAft>
              <a:buClr>
                <a:schemeClr val="dk1"/>
              </a:buClr>
              <a:buSzPts val="2700"/>
              <a:buFont typeface="Garamond"/>
              <a:buChar char="•"/>
            </a:pPr>
            <a:r>
              <a:rPr b="1" i="0" lang="en-US" sz="2700" u="none" cap="none" strike="noStrike">
                <a:solidFill>
                  <a:schemeClr val="dk1"/>
                </a:solidFill>
                <a:latin typeface="Garamond"/>
                <a:ea typeface="Garamond"/>
                <a:cs typeface="Garamond"/>
                <a:sym typeface="Garamond"/>
              </a:rPr>
              <a:t>simulate_rolls()</a:t>
            </a:r>
            <a:r>
              <a:rPr b="0" i="0" lang="en-US" sz="2700" u="none" cap="none" strike="noStrike">
                <a:solidFill>
                  <a:schemeClr val="dk1"/>
                </a:solidFill>
                <a:latin typeface="Garamond"/>
                <a:ea typeface="Garamond"/>
                <a:cs typeface="Garamond"/>
                <a:sym typeface="Garamond"/>
              </a:rPr>
              <a:t>: Rolls dice multiple times.</a:t>
            </a:r>
            <a:endParaRPr/>
          </a:p>
          <a:p>
            <a:pPr indent="-171450" lvl="0" marL="0" marR="0" rtl="0" algn="l">
              <a:lnSpc>
                <a:spcPct val="100000"/>
              </a:lnSpc>
              <a:spcBef>
                <a:spcPts val="0"/>
              </a:spcBef>
              <a:spcAft>
                <a:spcPts val="0"/>
              </a:spcAft>
              <a:buClr>
                <a:schemeClr val="dk1"/>
              </a:buClr>
              <a:buSzPts val="2700"/>
              <a:buFont typeface="Garamond"/>
              <a:buChar char="•"/>
            </a:pPr>
            <a:r>
              <a:rPr b="1" i="0" lang="en-US" sz="2700" u="none" cap="none" strike="noStrike">
                <a:solidFill>
                  <a:schemeClr val="dk1"/>
                </a:solidFill>
                <a:latin typeface="Garamond"/>
                <a:ea typeface="Garamond"/>
                <a:cs typeface="Garamond"/>
                <a:sym typeface="Garamond"/>
              </a:rPr>
              <a:t>event_a_and_b()</a:t>
            </a:r>
            <a:r>
              <a:rPr b="0" i="0" lang="en-US" sz="2700" u="none" cap="none" strike="noStrike">
                <a:solidFill>
                  <a:schemeClr val="dk1"/>
                </a:solidFill>
                <a:latin typeface="Garamond"/>
                <a:ea typeface="Garamond"/>
                <a:cs typeface="Garamond"/>
                <a:sym typeface="Garamond"/>
              </a:rPr>
              <a:t>: Counts occurrences of A∩BA \cap BA∩B.</a:t>
            </a:r>
            <a:endParaRPr/>
          </a:p>
          <a:p>
            <a:pPr indent="-171450" lvl="0" marL="0" marR="0" rtl="0" algn="l">
              <a:lnSpc>
                <a:spcPct val="100000"/>
              </a:lnSpc>
              <a:spcBef>
                <a:spcPts val="0"/>
              </a:spcBef>
              <a:spcAft>
                <a:spcPts val="0"/>
              </a:spcAft>
              <a:buClr>
                <a:schemeClr val="dk1"/>
              </a:buClr>
              <a:buSzPts val="2700"/>
              <a:buFont typeface="Garamond"/>
              <a:buChar char="•"/>
            </a:pPr>
            <a:r>
              <a:rPr b="1" i="0" lang="en-US" sz="2700" u="none" cap="none" strike="noStrike">
                <a:solidFill>
                  <a:schemeClr val="dk1"/>
                </a:solidFill>
                <a:latin typeface="Garamond"/>
                <a:ea typeface="Garamond"/>
                <a:cs typeface="Garamond"/>
                <a:sym typeface="Garamond"/>
              </a:rPr>
              <a:t>event_b()</a:t>
            </a:r>
            <a:r>
              <a:rPr b="0" i="0" lang="en-US" sz="2700" u="none" cap="none" strike="noStrike">
                <a:solidFill>
                  <a:schemeClr val="dk1"/>
                </a:solidFill>
                <a:latin typeface="Garamond"/>
                <a:ea typeface="Garamond"/>
                <a:cs typeface="Garamond"/>
                <a:sym typeface="Garamond"/>
              </a:rPr>
              <a:t>: Counts occurrences of event B.</a:t>
            </a:r>
            <a:endParaRPr/>
          </a:p>
          <a:p>
            <a:pPr indent="-171450" lvl="0" marL="0" marR="0" rtl="0" algn="l">
              <a:lnSpc>
                <a:spcPct val="100000"/>
              </a:lnSpc>
              <a:spcBef>
                <a:spcPts val="0"/>
              </a:spcBef>
              <a:spcAft>
                <a:spcPts val="0"/>
              </a:spcAft>
              <a:buClr>
                <a:schemeClr val="dk1"/>
              </a:buClr>
              <a:buSzPts val="2700"/>
              <a:buFont typeface="Garamond"/>
              <a:buChar char="•"/>
            </a:pPr>
            <a:r>
              <a:rPr b="1" i="0" lang="en-US" sz="2700" u="none" cap="none" strike="noStrike">
                <a:solidFill>
                  <a:schemeClr val="dk1"/>
                </a:solidFill>
                <a:latin typeface="Garamond"/>
                <a:ea typeface="Garamond"/>
                <a:cs typeface="Garamond"/>
                <a:sym typeface="Garamond"/>
              </a:rPr>
              <a:t>calculate_conditional_probability()</a:t>
            </a:r>
            <a:r>
              <a:rPr b="0" i="0" lang="en-US" sz="2700" u="none" cap="none" strike="noStrike">
                <a:solidFill>
                  <a:schemeClr val="dk1"/>
                </a:solidFill>
                <a:latin typeface="Garamond"/>
                <a:ea typeface="Garamond"/>
                <a:cs typeface="Garamond"/>
                <a:sym typeface="Garamond"/>
              </a:rPr>
              <a:t>:</a:t>
            </a:r>
            <a:endParaRPr/>
          </a:p>
          <a:p>
            <a:pPr indent="-171450" lvl="0" marL="0" marR="0" rtl="0" algn="l">
              <a:lnSpc>
                <a:spcPct val="100000"/>
              </a:lnSpc>
              <a:spcBef>
                <a:spcPts val="0"/>
              </a:spcBef>
              <a:spcAft>
                <a:spcPts val="0"/>
              </a:spcAft>
              <a:buClr>
                <a:schemeClr val="dk1"/>
              </a:buClr>
              <a:buSzPts val="2700"/>
              <a:buFont typeface="Garamond"/>
              <a:buChar char="•"/>
            </a:pPr>
            <a:r>
              <a:rPr b="0" i="0" lang="en-US" sz="2700" u="none" cap="none" strike="noStrike">
                <a:solidFill>
                  <a:schemeClr val="dk1"/>
                </a:solidFill>
                <a:latin typeface="Garamond"/>
                <a:ea typeface="Garamond"/>
                <a:cs typeface="Garamond"/>
                <a:sym typeface="Garamond"/>
              </a:rPr>
              <a:t> Computes conditional probability P(A∣B)P(A|B)P(A∣B).</a:t>
            </a:r>
            <a:endParaRPr/>
          </a:p>
          <a:p>
            <a:pPr indent="-171450" lvl="0" marL="0" marR="0" rtl="0" algn="l">
              <a:lnSpc>
                <a:spcPct val="100000"/>
              </a:lnSpc>
              <a:spcBef>
                <a:spcPts val="0"/>
              </a:spcBef>
              <a:spcAft>
                <a:spcPts val="0"/>
              </a:spcAft>
              <a:buClr>
                <a:schemeClr val="dk1"/>
              </a:buClr>
              <a:buSzPts val="2700"/>
              <a:buFont typeface="Garamond"/>
              <a:buChar char="•"/>
            </a:pPr>
            <a:r>
              <a:rPr b="1" i="0" lang="en-US" sz="2700" u="none" cap="none" strike="noStrike">
                <a:solidFill>
                  <a:schemeClr val="dk1"/>
                </a:solidFill>
                <a:latin typeface="Garamond"/>
                <a:ea typeface="Garamond"/>
                <a:cs typeface="Garamond"/>
                <a:sym typeface="Garamond"/>
              </a:rPr>
              <a:t>main()</a:t>
            </a:r>
            <a:r>
              <a:rPr b="0" i="0" lang="en-US" sz="2700" u="none" cap="none" strike="noStrike">
                <a:solidFill>
                  <a:schemeClr val="dk1"/>
                </a:solidFill>
                <a:latin typeface="Garamond"/>
                <a:ea typeface="Garamond"/>
                <a:cs typeface="Garamond"/>
                <a:sym typeface="Garamond"/>
              </a:rPr>
              <a:t>: Runs the program logic. </a:t>
            </a:r>
            <a:endParaRPr/>
          </a:p>
        </p:txBody>
      </p:sp>
      <p:pic>
        <p:nvPicPr>
          <p:cNvPr id="267" name="Google Shape;267;p18"/>
          <p:cNvPicPr preferRelativeResize="0"/>
          <p:nvPr/>
        </p:nvPicPr>
        <p:blipFill rotWithShape="1">
          <a:blip r:embed="rId3">
            <a:alphaModFix/>
          </a:blip>
          <a:srcRect b="0" l="0" r="0" t="1042"/>
          <a:stretch/>
        </p:blipFill>
        <p:spPr>
          <a:xfrm>
            <a:off x="8883504" y="2232499"/>
            <a:ext cx="7969666" cy="59414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20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animEffect filter="fade" transition="in">
                                      <p:cBhvr>
                                        <p:cTn dur="500"/>
                                        <p:tgtEl>
                                          <p:spTgt spid="2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1" st="1"/>
                                            </p:txEl>
                                          </p:spTgt>
                                        </p:tgtEl>
                                        <p:attrNameLst>
                                          <p:attrName>style.visibility</p:attrName>
                                        </p:attrNameLst>
                                      </p:cBhvr>
                                      <p:to>
                                        <p:strVal val="visible"/>
                                      </p:to>
                                    </p:set>
                                    <p:animEffect filter="fade" transition="in">
                                      <p:cBhvr>
                                        <p:cTn dur="500"/>
                                        <p:tgtEl>
                                          <p:spTgt spid="2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2" st="2"/>
                                            </p:txEl>
                                          </p:spTgt>
                                        </p:tgtEl>
                                        <p:attrNameLst>
                                          <p:attrName>style.visibility</p:attrName>
                                        </p:attrNameLst>
                                      </p:cBhvr>
                                      <p:to>
                                        <p:strVal val="visible"/>
                                      </p:to>
                                    </p:set>
                                    <p:animEffect filter="fade" transition="in">
                                      <p:cBhvr>
                                        <p:cTn dur="500"/>
                                        <p:tgtEl>
                                          <p:spTgt spid="26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3" st="3"/>
                                            </p:txEl>
                                          </p:spTgt>
                                        </p:tgtEl>
                                        <p:attrNameLst>
                                          <p:attrName>style.visibility</p:attrName>
                                        </p:attrNameLst>
                                      </p:cBhvr>
                                      <p:to>
                                        <p:strVal val="visible"/>
                                      </p:to>
                                    </p:set>
                                    <p:animEffect filter="fade" transition="in">
                                      <p:cBhvr>
                                        <p:cTn dur="500"/>
                                        <p:tgtEl>
                                          <p:spTgt spid="26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4" st="4"/>
                                            </p:txEl>
                                          </p:spTgt>
                                        </p:tgtEl>
                                        <p:attrNameLst>
                                          <p:attrName>style.visibility</p:attrName>
                                        </p:attrNameLst>
                                      </p:cBhvr>
                                      <p:to>
                                        <p:strVal val="visible"/>
                                      </p:to>
                                    </p:set>
                                    <p:animEffect filter="fade" transition="in">
                                      <p:cBhvr>
                                        <p:cTn dur="500"/>
                                        <p:tgtEl>
                                          <p:spTgt spid="26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5" st="5"/>
                                            </p:txEl>
                                          </p:spTgt>
                                        </p:tgtEl>
                                        <p:attrNameLst>
                                          <p:attrName>style.visibility</p:attrName>
                                        </p:attrNameLst>
                                      </p:cBhvr>
                                      <p:to>
                                        <p:strVal val="visible"/>
                                      </p:to>
                                    </p:set>
                                    <p:animEffect filter="fade" transition="in">
                                      <p:cBhvr>
                                        <p:cTn dur="500"/>
                                        <p:tgtEl>
                                          <p:spTgt spid="26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6" st="6"/>
                                            </p:txEl>
                                          </p:spTgt>
                                        </p:tgtEl>
                                        <p:attrNameLst>
                                          <p:attrName>style.visibility</p:attrName>
                                        </p:attrNameLst>
                                      </p:cBhvr>
                                      <p:to>
                                        <p:strVal val="visible"/>
                                      </p:to>
                                    </p:set>
                                    <p:animEffect filter="fade" transition="in">
                                      <p:cBhvr>
                                        <p:cTn dur="500"/>
                                        <p:tgtEl>
                                          <p:spTgt spid="26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9"/>
          <p:cNvSpPr/>
          <p:nvPr/>
        </p:nvSpPr>
        <p:spPr>
          <a:xfrm>
            <a:off x="6667500" y="1562100"/>
            <a:ext cx="49530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200" u="none" cap="none" strike="noStrike">
                <a:solidFill>
                  <a:srgbClr val="C00000"/>
                </a:solidFill>
                <a:latin typeface="Arial"/>
                <a:ea typeface="Arial"/>
                <a:cs typeface="Arial"/>
                <a:sym typeface="Arial"/>
              </a:rPr>
              <a:t>OUTPUT:</a:t>
            </a:r>
            <a:endParaRPr b="0" i="0" sz="7200" u="none" cap="none" strike="noStrike">
              <a:solidFill>
                <a:schemeClr val="dk1"/>
              </a:solidFill>
              <a:latin typeface="Garamond"/>
              <a:ea typeface="Garamond"/>
              <a:cs typeface="Garamond"/>
              <a:sym typeface="Garamond"/>
            </a:endParaRPr>
          </a:p>
        </p:txBody>
      </p:sp>
      <p:pic>
        <p:nvPicPr>
          <p:cNvPr id="273" name="Google Shape;273;p19"/>
          <p:cNvPicPr preferRelativeResize="0"/>
          <p:nvPr/>
        </p:nvPicPr>
        <p:blipFill rotWithShape="1">
          <a:blip r:embed="rId3">
            <a:alphaModFix/>
          </a:blip>
          <a:srcRect b="0" l="0" r="0" t="0"/>
          <a:stretch/>
        </p:blipFill>
        <p:spPr>
          <a:xfrm>
            <a:off x="1868692" y="3771560"/>
            <a:ext cx="14550615" cy="375301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0"/>
          <p:cNvSpPr txBox="1"/>
          <p:nvPr>
            <p:ph type="ctrTitle"/>
          </p:nvPr>
        </p:nvSpPr>
        <p:spPr>
          <a:xfrm>
            <a:off x="4038597" y="2806696"/>
            <a:ext cx="10223503" cy="2273299"/>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262626"/>
              </a:buClr>
              <a:buSzPts val="8100"/>
              <a:buFont typeface="Garamond"/>
              <a:buNone/>
            </a:pPr>
            <a:r>
              <a:rPr b="1" lang="en-US"/>
              <a:t>INDEPENDENT EVENTS</a:t>
            </a:r>
            <a:endParaRPr/>
          </a:p>
        </p:txBody>
      </p:sp>
      <p:sp>
        <p:nvSpPr>
          <p:cNvPr id="279" name="Google Shape;279;p20"/>
          <p:cNvSpPr txBox="1"/>
          <p:nvPr>
            <p:ph idx="1" type="subTitle"/>
          </p:nvPr>
        </p:nvSpPr>
        <p:spPr>
          <a:xfrm>
            <a:off x="4038597" y="5486395"/>
            <a:ext cx="10223503" cy="1981203"/>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3565"/>
              <a:buNone/>
            </a:pPr>
            <a:r>
              <a:rPr lang="en-US"/>
              <a:t>PRESENTED BY:</a:t>
            </a:r>
            <a:endParaRPr/>
          </a:p>
          <a:p>
            <a:pPr indent="0" lvl="0" marL="0" rtl="0" algn="ctr">
              <a:spcBef>
                <a:spcPts val="1220"/>
              </a:spcBef>
              <a:spcAft>
                <a:spcPts val="0"/>
              </a:spcAft>
              <a:buSzPts val="3565"/>
              <a:buNone/>
            </a:pPr>
            <a:r>
              <a:rPr lang="en-US"/>
              <a:t>EMAN WAHEED(027)</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1"/>
          <p:cNvSpPr txBox="1"/>
          <p:nvPr>
            <p:ph type="title"/>
          </p:nvPr>
        </p:nvSpPr>
        <p:spPr>
          <a:xfrm>
            <a:off x="1536192" y="1444557"/>
            <a:ext cx="14580108" cy="195525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6000"/>
              <a:buFont typeface="Garamond"/>
              <a:buNone/>
            </a:pPr>
            <a:r>
              <a:rPr lang="en-US" sz="6000"/>
              <a:t>Independence in Statistics and Probability:</a:t>
            </a:r>
            <a:endParaRPr/>
          </a:p>
        </p:txBody>
      </p:sp>
      <p:sp>
        <p:nvSpPr>
          <p:cNvPr id="285" name="Google Shape;285;p21"/>
          <p:cNvSpPr txBox="1"/>
          <p:nvPr>
            <p:ph idx="1" type="body"/>
          </p:nvPr>
        </p:nvSpPr>
        <p:spPr>
          <a:xfrm>
            <a:off x="1536192" y="3822970"/>
            <a:ext cx="15984892" cy="5512759"/>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4140"/>
              <a:buChar char="•"/>
            </a:pPr>
            <a:r>
              <a:rPr b="1" lang="en-US">
                <a:latin typeface="Times New Roman"/>
                <a:ea typeface="Times New Roman"/>
                <a:cs typeface="Times New Roman"/>
                <a:sym typeface="Times New Roman"/>
              </a:rPr>
              <a:t>1. Definition of Independence</a:t>
            </a:r>
            <a:endParaRPr/>
          </a:p>
          <a:p>
            <a:pPr indent="-285750" lvl="0" marL="285750" rtl="0" algn="l">
              <a:spcBef>
                <a:spcPts val="1320"/>
              </a:spcBef>
              <a:spcAft>
                <a:spcPts val="0"/>
              </a:spcAft>
              <a:buSzPts val="4140"/>
              <a:buFont typeface="Arial"/>
              <a:buChar char="•"/>
            </a:pPr>
            <a:r>
              <a:rPr b="1" lang="en-US">
                <a:latin typeface="Times New Roman"/>
                <a:ea typeface="Times New Roman"/>
                <a:cs typeface="Times New Roman"/>
                <a:sym typeface="Times New Roman"/>
              </a:rPr>
              <a:t>Statistical Independence</a:t>
            </a:r>
            <a:r>
              <a:rPr lang="en-US">
                <a:latin typeface="Times New Roman"/>
                <a:ea typeface="Times New Roman"/>
                <a:cs typeface="Times New Roman"/>
                <a:sym typeface="Times New Roman"/>
              </a:rPr>
              <a:t>: Two events A and B are independent if the occurrence of one does not affect the occurrence of the other.</a:t>
            </a:r>
            <a:endParaRPr/>
          </a:p>
          <a:p>
            <a:pPr indent="-22859" lvl="0" marL="285750" rtl="0" algn="l">
              <a:spcBef>
                <a:spcPts val="1320"/>
              </a:spcBef>
              <a:spcAft>
                <a:spcPts val="0"/>
              </a:spcAft>
              <a:buSzPts val="4140"/>
              <a:buFont typeface="Arial"/>
              <a:buNone/>
            </a:pPr>
            <a:r>
              <a:t/>
            </a:r>
            <a:endParaRPr>
              <a:latin typeface="Times New Roman"/>
              <a:ea typeface="Times New Roman"/>
              <a:cs typeface="Times New Roman"/>
              <a:sym typeface="Times New Roman"/>
            </a:endParaRPr>
          </a:p>
          <a:p>
            <a:pPr indent="0" lvl="0" marL="0" rtl="0" algn="l">
              <a:spcBef>
                <a:spcPts val="1320"/>
              </a:spcBef>
              <a:spcAft>
                <a:spcPts val="0"/>
              </a:spcAft>
              <a:buSzPts val="4140"/>
              <a:buNone/>
            </a:pPr>
            <a:r>
              <a:t/>
            </a:r>
            <a:endParaRPr b="1" i="0">
              <a:solidFill>
                <a:srgbClr val="344054"/>
              </a:solidFill>
              <a:latin typeface="Times New Roman"/>
              <a:ea typeface="Times New Roman"/>
              <a:cs typeface="Times New Roman"/>
              <a:sym typeface="Times New Roman"/>
            </a:endParaRPr>
          </a:p>
          <a:p>
            <a:pPr indent="0" lvl="0" marL="0" rtl="0" algn="l">
              <a:spcBef>
                <a:spcPts val="1320"/>
              </a:spcBef>
              <a:spcAft>
                <a:spcPts val="0"/>
              </a:spcAft>
              <a:buSzPts val="4140"/>
              <a:buNone/>
            </a:pPr>
            <a:r>
              <a:rPr b="1" i="0" lang="en-US">
                <a:solidFill>
                  <a:srgbClr val="344054"/>
                </a:solidFill>
                <a:latin typeface="Times New Roman"/>
                <a:ea typeface="Times New Roman"/>
                <a:cs typeface="Times New Roman"/>
                <a:sym typeface="Times New Roman"/>
              </a:rPr>
              <a:t>Example: </a:t>
            </a:r>
            <a:r>
              <a:rPr b="0" i="0" lang="en-US">
                <a:solidFill>
                  <a:srgbClr val="344054"/>
                </a:solidFill>
                <a:latin typeface="Times New Roman"/>
                <a:ea typeface="Times New Roman"/>
                <a:cs typeface="Times New Roman"/>
                <a:sym typeface="Times New Roman"/>
              </a:rPr>
              <a:t>Consider flipping a fair coin twice. The result of the first flip (heads or tails) does not affect the result of the second flip. In this case, the two events (first flip and second flip) are statistically independent.</a:t>
            </a:r>
            <a:endParaRPr>
              <a:latin typeface="Times New Roman"/>
              <a:ea typeface="Times New Roman"/>
              <a:cs typeface="Times New Roman"/>
              <a:sym typeface="Times New Roman"/>
            </a:endParaRPr>
          </a:p>
          <a:p>
            <a:pPr indent="-22859" lvl="0" marL="285750" rtl="0" algn="l">
              <a:spcBef>
                <a:spcPts val="1320"/>
              </a:spcBef>
              <a:spcAft>
                <a:spcPts val="0"/>
              </a:spcAft>
              <a:buSzPts val="4140"/>
              <a:buFont typeface="Arial"/>
              <a:buNone/>
            </a:pPr>
            <a:r>
              <a:t/>
            </a:r>
            <a:endParaRPr/>
          </a:p>
        </p:txBody>
      </p:sp>
      <p:pic>
        <p:nvPicPr>
          <p:cNvPr id="286" name="Google Shape;286;p21"/>
          <p:cNvPicPr preferRelativeResize="0"/>
          <p:nvPr/>
        </p:nvPicPr>
        <p:blipFill rotWithShape="1">
          <a:blip r:embed="rId3">
            <a:alphaModFix/>
          </a:blip>
          <a:srcRect b="0" l="0" r="0" t="0"/>
          <a:stretch/>
        </p:blipFill>
        <p:spPr>
          <a:xfrm>
            <a:off x="5080192" y="5850687"/>
            <a:ext cx="6194320" cy="728662"/>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2"/>
          <p:cNvSpPr txBox="1"/>
          <p:nvPr/>
        </p:nvSpPr>
        <p:spPr>
          <a:xfrm>
            <a:off x="1703437" y="1460091"/>
            <a:ext cx="14556658" cy="7848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200" u="none" cap="none" strike="noStrike">
                <a:solidFill>
                  <a:schemeClr val="dk1"/>
                </a:solidFill>
                <a:latin typeface="Garamond"/>
                <a:ea typeface="Garamond"/>
                <a:cs typeface="Garamond"/>
                <a:sym typeface="Garamond"/>
              </a:rPr>
              <a:t>SOURCE CODE IN PYTHON:</a:t>
            </a:r>
            <a:endParaRPr/>
          </a:p>
        </p:txBody>
      </p:sp>
      <p:pic>
        <p:nvPicPr>
          <p:cNvPr id="292" name="Google Shape;292;p22"/>
          <p:cNvPicPr preferRelativeResize="0"/>
          <p:nvPr/>
        </p:nvPicPr>
        <p:blipFill rotWithShape="1">
          <a:blip r:embed="rId3">
            <a:alphaModFix/>
          </a:blip>
          <a:srcRect b="0" l="0" r="0" t="0"/>
          <a:stretch/>
        </p:blipFill>
        <p:spPr>
          <a:xfrm>
            <a:off x="1219200" y="2244921"/>
            <a:ext cx="15773399" cy="686097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23"/>
          <p:cNvPicPr preferRelativeResize="0"/>
          <p:nvPr/>
        </p:nvPicPr>
        <p:blipFill rotWithShape="1">
          <a:blip r:embed="rId3">
            <a:alphaModFix/>
          </a:blip>
          <a:srcRect b="0" l="0" r="0" t="0"/>
          <a:stretch/>
        </p:blipFill>
        <p:spPr>
          <a:xfrm>
            <a:off x="1600200" y="1181100"/>
            <a:ext cx="13335000" cy="7848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4"/>
          <p:cNvSpPr txBox="1"/>
          <p:nvPr>
            <p:ph type="title"/>
          </p:nvPr>
        </p:nvSpPr>
        <p:spPr>
          <a:xfrm>
            <a:off x="1943103" y="1473198"/>
            <a:ext cx="14401794" cy="195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5400"/>
              <a:buFont typeface="Garamond"/>
              <a:buNone/>
            </a:pPr>
            <a:r>
              <a:rPr b="1" lang="en-US" sz="5400"/>
              <a:t>OUTPUT: WHEN IT IS INDEPENDENT</a:t>
            </a:r>
            <a:endParaRPr/>
          </a:p>
        </p:txBody>
      </p:sp>
      <p:pic>
        <p:nvPicPr>
          <p:cNvPr id="303" name="Google Shape;303;p24"/>
          <p:cNvPicPr preferRelativeResize="0"/>
          <p:nvPr/>
        </p:nvPicPr>
        <p:blipFill rotWithShape="1">
          <a:blip r:embed="rId3">
            <a:alphaModFix/>
          </a:blip>
          <a:srcRect b="0" l="0" r="0" t="0"/>
          <a:stretch/>
        </p:blipFill>
        <p:spPr>
          <a:xfrm>
            <a:off x="2362199" y="4329112"/>
            <a:ext cx="13982697" cy="393858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25"/>
          <p:cNvPicPr preferRelativeResize="0"/>
          <p:nvPr/>
        </p:nvPicPr>
        <p:blipFill rotWithShape="1">
          <a:blip r:embed="rId3">
            <a:alphaModFix/>
          </a:blip>
          <a:srcRect b="0" l="0" r="0" t="0"/>
          <a:stretch/>
        </p:blipFill>
        <p:spPr>
          <a:xfrm>
            <a:off x="762190" y="750784"/>
            <a:ext cx="5308728" cy="4214812"/>
          </a:xfrm>
          <a:prstGeom prst="rect">
            <a:avLst/>
          </a:prstGeom>
          <a:noFill/>
          <a:ln>
            <a:noFill/>
          </a:ln>
        </p:spPr>
      </p:pic>
      <p:pic>
        <p:nvPicPr>
          <p:cNvPr id="309" name="Google Shape;309;p25"/>
          <p:cNvPicPr preferRelativeResize="0"/>
          <p:nvPr/>
        </p:nvPicPr>
        <p:blipFill rotWithShape="1">
          <a:blip r:embed="rId4">
            <a:alphaModFix/>
          </a:blip>
          <a:srcRect b="0" l="0" r="0" t="0"/>
          <a:stretch/>
        </p:blipFill>
        <p:spPr>
          <a:xfrm>
            <a:off x="6070917" y="750784"/>
            <a:ext cx="11454892" cy="4214812"/>
          </a:xfrm>
          <a:prstGeom prst="rect">
            <a:avLst/>
          </a:prstGeom>
          <a:noFill/>
          <a:ln>
            <a:noFill/>
          </a:ln>
        </p:spPr>
      </p:pic>
      <p:pic>
        <p:nvPicPr>
          <p:cNvPr id="310" name="Google Shape;310;p25"/>
          <p:cNvPicPr preferRelativeResize="0"/>
          <p:nvPr/>
        </p:nvPicPr>
        <p:blipFill rotWithShape="1">
          <a:blip r:embed="rId5">
            <a:alphaModFix/>
          </a:blip>
          <a:srcRect b="0" l="0" r="0" t="0"/>
          <a:stretch/>
        </p:blipFill>
        <p:spPr>
          <a:xfrm>
            <a:off x="762190" y="4965595"/>
            <a:ext cx="16763619" cy="457061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6"/>
          <p:cNvSpPr txBox="1"/>
          <p:nvPr>
            <p:ph type="title"/>
          </p:nvPr>
        </p:nvSpPr>
        <p:spPr>
          <a:xfrm>
            <a:off x="1084006" y="1473198"/>
            <a:ext cx="16392832" cy="195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5400"/>
              <a:buFont typeface="Garamond"/>
              <a:buNone/>
            </a:pPr>
            <a:r>
              <a:rPr b="1" lang="en-US" sz="5400"/>
              <a:t>OUTPUT:WHEN IT IS DEPENDENT</a:t>
            </a:r>
            <a:endParaRPr/>
          </a:p>
        </p:txBody>
      </p:sp>
      <p:pic>
        <p:nvPicPr>
          <p:cNvPr id="316" name="Google Shape;316;p26"/>
          <p:cNvPicPr preferRelativeResize="0"/>
          <p:nvPr/>
        </p:nvPicPr>
        <p:blipFill>
          <a:blip r:embed="rId3">
            <a:alphaModFix/>
          </a:blip>
          <a:stretch>
            <a:fillRect/>
          </a:stretch>
        </p:blipFill>
        <p:spPr>
          <a:xfrm>
            <a:off x="1982400" y="3857625"/>
            <a:ext cx="14760776" cy="4875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id="321" name="Google Shape;321;p27"/>
          <p:cNvPicPr preferRelativeResize="0"/>
          <p:nvPr/>
        </p:nvPicPr>
        <p:blipFill rotWithShape="1">
          <a:blip r:embed="rId3">
            <a:alphaModFix/>
          </a:blip>
          <a:srcRect b="0" l="0" r="0" t="0"/>
          <a:stretch/>
        </p:blipFill>
        <p:spPr>
          <a:xfrm>
            <a:off x="685801" y="730045"/>
            <a:ext cx="5757171" cy="4800600"/>
          </a:xfrm>
          <a:prstGeom prst="rect">
            <a:avLst/>
          </a:prstGeom>
          <a:noFill/>
          <a:ln>
            <a:noFill/>
          </a:ln>
        </p:spPr>
      </p:pic>
      <p:pic>
        <p:nvPicPr>
          <p:cNvPr id="322" name="Google Shape;322;p27"/>
          <p:cNvPicPr preferRelativeResize="0"/>
          <p:nvPr/>
        </p:nvPicPr>
        <p:blipFill rotWithShape="1">
          <a:blip r:embed="rId4">
            <a:alphaModFix/>
          </a:blip>
          <a:srcRect b="0" l="0" r="0" t="0"/>
          <a:stretch/>
        </p:blipFill>
        <p:spPr>
          <a:xfrm>
            <a:off x="6442972" y="730045"/>
            <a:ext cx="11159226" cy="4800600"/>
          </a:xfrm>
          <a:prstGeom prst="rect">
            <a:avLst/>
          </a:prstGeom>
          <a:noFill/>
          <a:ln>
            <a:noFill/>
          </a:ln>
        </p:spPr>
      </p:pic>
      <p:pic>
        <p:nvPicPr>
          <p:cNvPr id="323" name="Google Shape;323;p27"/>
          <p:cNvPicPr preferRelativeResize="0"/>
          <p:nvPr/>
        </p:nvPicPr>
        <p:blipFill rotWithShape="1">
          <a:blip r:embed="rId5">
            <a:alphaModFix/>
          </a:blip>
          <a:srcRect b="0" l="0" r="0" t="0"/>
          <a:stretch/>
        </p:blipFill>
        <p:spPr>
          <a:xfrm>
            <a:off x="685801" y="5530645"/>
            <a:ext cx="16916397" cy="402630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g320428a92b0_0_0"/>
          <p:cNvPicPr preferRelativeResize="0"/>
          <p:nvPr/>
        </p:nvPicPr>
        <p:blipFill>
          <a:blip r:embed="rId3">
            <a:alphaModFix/>
          </a:blip>
          <a:stretch>
            <a:fillRect/>
          </a:stretch>
        </p:blipFill>
        <p:spPr>
          <a:xfrm>
            <a:off x="1145925" y="1346575"/>
            <a:ext cx="15996151" cy="4044800"/>
          </a:xfrm>
          <a:prstGeom prst="rect">
            <a:avLst/>
          </a:prstGeom>
          <a:noFill/>
          <a:ln>
            <a:noFill/>
          </a:ln>
        </p:spPr>
      </p:pic>
      <p:pic>
        <p:nvPicPr>
          <p:cNvPr id="329" name="Google Shape;329;g320428a92b0_0_0"/>
          <p:cNvPicPr preferRelativeResize="0"/>
          <p:nvPr/>
        </p:nvPicPr>
        <p:blipFill rotWithShape="1">
          <a:blip r:embed="rId4">
            <a:alphaModFix/>
          </a:blip>
          <a:srcRect b="0" l="0" r="0" t="0"/>
          <a:stretch/>
        </p:blipFill>
        <p:spPr>
          <a:xfrm>
            <a:off x="1223650" y="5729700"/>
            <a:ext cx="15840700" cy="33944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g320428a92b0_0_5"/>
          <p:cNvPicPr preferRelativeResize="0"/>
          <p:nvPr/>
        </p:nvPicPr>
        <p:blipFill>
          <a:blip r:embed="rId3">
            <a:alphaModFix/>
          </a:blip>
          <a:stretch>
            <a:fillRect/>
          </a:stretch>
        </p:blipFill>
        <p:spPr>
          <a:xfrm>
            <a:off x="1103400" y="2585988"/>
            <a:ext cx="16081176" cy="51150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8"/>
          <p:cNvSpPr txBox="1"/>
          <p:nvPr>
            <p:ph type="ctrTitle"/>
          </p:nvPr>
        </p:nvSpPr>
        <p:spPr>
          <a:xfrm>
            <a:off x="4038597" y="2806696"/>
            <a:ext cx="10223503" cy="2273299"/>
          </a:xfrm>
          <a:prstGeom prst="rect">
            <a:avLst/>
          </a:prstGeom>
          <a:blipFill rotWithShape="1">
            <a:blip r:embed="rId3">
              <a:alphaModFix/>
            </a:blip>
            <a:tile algn="tl" flip="none" tx="0" sx="100000" ty="0" sy="100000"/>
          </a:blipFill>
          <a:ln>
            <a:noFill/>
          </a:ln>
        </p:spPr>
        <p:txBody>
          <a:bodyPr anchorCtr="0" anchor="b" bIns="45700" lIns="91425" spcFirstLastPara="1" rIns="91425" wrap="square" tIns="45700">
            <a:noAutofit/>
          </a:bodyPr>
          <a:lstStyle/>
          <a:p>
            <a:pPr indent="0" lvl="0" marL="0" rtl="0" algn="ctr">
              <a:spcBef>
                <a:spcPts val="0"/>
              </a:spcBef>
              <a:spcAft>
                <a:spcPts val="0"/>
              </a:spcAft>
              <a:buClr>
                <a:schemeClr val="lt1"/>
              </a:buClr>
              <a:buSzPts val="8100"/>
              <a:buFont typeface="Garamond"/>
              <a:buNone/>
            </a:pPr>
            <a:r>
              <a:rPr b="1" i="0" lang="en-US" sz="8100" u="none" cap="none" strike="noStrike">
                <a:solidFill>
                  <a:schemeClr val="lt1"/>
                </a:solidFill>
                <a:latin typeface="Garamond"/>
                <a:ea typeface="Garamond"/>
                <a:cs typeface="Garamond"/>
                <a:sym typeface="Garamond"/>
              </a:rPr>
              <a:t>Random Variables</a:t>
            </a:r>
            <a:endParaRPr/>
          </a:p>
        </p:txBody>
      </p:sp>
      <p:sp>
        <p:nvSpPr>
          <p:cNvPr id="340" name="Google Shape;340;p28"/>
          <p:cNvSpPr txBox="1"/>
          <p:nvPr>
            <p:ph idx="1" type="subTitle"/>
          </p:nvPr>
        </p:nvSpPr>
        <p:spPr>
          <a:xfrm>
            <a:off x="4038597" y="5486395"/>
            <a:ext cx="10223503" cy="1981203"/>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3450"/>
              <a:buNone/>
            </a:pPr>
            <a:r>
              <a:rPr i="1" lang="en-US" sz="3000">
                <a:solidFill>
                  <a:srgbClr val="002060"/>
                </a:solidFill>
                <a:latin typeface="Arial"/>
                <a:ea typeface="Arial"/>
                <a:cs typeface="Arial"/>
                <a:sym typeface="Arial"/>
              </a:rPr>
              <a:t>PRESENTED BY:MARYAM(061)</a:t>
            </a:r>
            <a:endParaRPr i="1" sz="4200">
              <a:solidFill>
                <a:srgbClr val="00206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9"/>
          <p:cNvSpPr txBox="1"/>
          <p:nvPr>
            <p:ph type="title"/>
          </p:nvPr>
        </p:nvSpPr>
        <p:spPr>
          <a:xfrm>
            <a:off x="1943103" y="1473198"/>
            <a:ext cx="14401794" cy="1955800"/>
          </a:xfrm>
          <a:prstGeom prst="rect">
            <a:avLst/>
          </a:prstGeom>
          <a:blipFill rotWithShape="1">
            <a:blip r:embed="rId3">
              <a:alphaModFix/>
            </a:blip>
            <a:tile algn="tl" flip="none" tx="0" sx="100000" ty="0" sy="100000"/>
          </a:blipFill>
          <a:ln cap="flat" cmpd="sng" w="9525">
            <a:solidFill>
              <a:schemeClr val="accent4"/>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002060"/>
              </a:buClr>
              <a:buSzPts val="6600"/>
              <a:buFont typeface="Garamond"/>
              <a:buNone/>
            </a:pPr>
            <a:r>
              <a:rPr b="1" i="0" lang="en-US" sz="6600" u="none" cap="none" strike="noStrike">
                <a:solidFill>
                  <a:srgbClr val="002060"/>
                </a:solidFill>
                <a:latin typeface="Garamond"/>
                <a:ea typeface="Garamond"/>
                <a:cs typeface="Garamond"/>
                <a:sym typeface="Garamond"/>
              </a:rPr>
              <a:t>TABLE OF CONTENT</a:t>
            </a:r>
            <a:endParaRPr b="0" i="0" sz="6600" u="none" cap="none" strike="noStrike">
              <a:solidFill>
                <a:srgbClr val="002060"/>
              </a:solidFill>
              <a:latin typeface="Garamond"/>
              <a:ea typeface="Garamond"/>
              <a:cs typeface="Garamond"/>
              <a:sym typeface="Garamond"/>
            </a:endParaRPr>
          </a:p>
        </p:txBody>
      </p:sp>
      <p:sp>
        <p:nvSpPr>
          <p:cNvPr id="346" name="Google Shape;346;p29"/>
          <p:cNvSpPr txBox="1"/>
          <p:nvPr>
            <p:ph idx="1" type="body"/>
          </p:nvPr>
        </p:nvSpPr>
        <p:spPr>
          <a:xfrm>
            <a:off x="1947672" y="3840480"/>
            <a:ext cx="7077456" cy="4965192"/>
          </a:xfrm>
          <a:prstGeom prst="rect">
            <a:avLst/>
          </a:prstGeom>
          <a:gradFill>
            <a:gsLst>
              <a:gs pos="0">
                <a:srgbClr val="B8B8B8"/>
              </a:gs>
              <a:gs pos="100000">
                <a:srgbClr val="757575"/>
              </a:gs>
            </a:gsLst>
            <a:lin ang="540000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l">
              <a:spcBef>
                <a:spcPts val="0"/>
              </a:spcBef>
              <a:spcAft>
                <a:spcPts val="0"/>
              </a:spcAft>
              <a:buClr>
                <a:schemeClr val="accent1"/>
              </a:buClr>
              <a:buSzPts val="4140"/>
              <a:buFont typeface="Garamond"/>
              <a:buAutoNum type="arabicPeriod"/>
            </a:pPr>
            <a:r>
              <a:rPr b="1" i="0" lang="en-US" sz="3600" u="none" cap="none" strike="noStrike">
                <a:solidFill>
                  <a:srgbClr val="002060"/>
                </a:solidFill>
                <a:latin typeface="Garamond"/>
                <a:ea typeface="Garamond"/>
                <a:cs typeface="Garamond"/>
                <a:sym typeface="Garamond"/>
              </a:rPr>
              <a:t>“RANDOM VARIABLE”</a:t>
            </a:r>
            <a:endParaRPr/>
          </a:p>
          <a:p>
            <a:pPr indent="-457200" lvl="0" marL="457200" marR="0" rtl="0" algn="l">
              <a:spcBef>
                <a:spcPts val="1320"/>
              </a:spcBef>
              <a:spcAft>
                <a:spcPts val="0"/>
              </a:spcAft>
              <a:buClr>
                <a:schemeClr val="accent1"/>
              </a:buClr>
              <a:buSzPts val="4140"/>
              <a:buFont typeface="Garamond"/>
              <a:buAutoNum type="arabicPeriod"/>
            </a:pPr>
            <a:r>
              <a:rPr b="1" i="0" lang="en-US" sz="3600" u="none" cap="none" strike="noStrike">
                <a:solidFill>
                  <a:srgbClr val="002060"/>
                </a:solidFill>
                <a:latin typeface="Garamond"/>
                <a:ea typeface="Garamond"/>
                <a:cs typeface="Garamond"/>
                <a:sym typeface="Garamond"/>
              </a:rPr>
              <a:t>“TYPES OF RANDOM VARIABLE”</a:t>
            </a:r>
            <a:endParaRPr/>
          </a:p>
          <a:p>
            <a:pPr indent="-457200" lvl="0" marL="457200" marR="0" rtl="0" algn="l">
              <a:spcBef>
                <a:spcPts val="1320"/>
              </a:spcBef>
              <a:spcAft>
                <a:spcPts val="0"/>
              </a:spcAft>
              <a:buClr>
                <a:schemeClr val="accent1"/>
              </a:buClr>
              <a:buSzPts val="4140"/>
              <a:buFont typeface="Garamond"/>
              <a:buAutoNum type="arabicPeriod"/>
            </a:pPr>
            <a:r>
              <a:rPr b="1" i="0" lang="en-US" sz="3600" u="none" cap="none" strike="noStrike">
                <a:solidFill>
                  <a:srgbClr val="002060"/>
                </a:solidFill>
                <a:latin typeface="Garamond"/>
                <a:ea typeface="Garamond"/>
                <a:cs typeface="Garamond"/>
                <a:sym typeface="Garamond"/>
              </a:rPr>
              <a:t>“EXAMPLES”:</a:t>
            </a:r>
            <a:endParaRPr/>
          </a:p>
          <a:p>
            <a:pPr indent="-285750" lvl="0" marL="285750" marR="0" rtl="0" algn="l">
              <a:spcBef>
                <a:spcPts val="1200"/>
              </a:spcBef>
              <a:spcAft>
                <a:spcPts val="0"/>
              </a:spcAft>
              <a:buClr>
                <a:schemeClr val="accent1"/>
              </a:buClr>
              <a:buSzPts val="3450"/>
              <a:buFont typeface="Noto Sans Symbols"/>
              <a:buChar char="✔"/>
            </a:pPr>
            <a:r>
              <a:rPr b="1" i="0" lang="en-US" sz="3000" u="none" cap="none" strike="noStrike">
                <a:solidFill>
                  <a:srgbClr val="511D19"/>
                </a:solidFill>
                <a:latin typeface="Garamond"/>
                <a:ea typeface="Garamond"/>
                <a:cs typeface="Garamond"/>
                <a:sym typeface="Garamond"/>
              </a:rPr>
              <a:t>THEORY BASED</a:t>
            </a:r>
            <a:endParaRPr/>
          </a:p>
          <a:p>
            <a:pPr indent="-285750" lvl="0" marL="285750" marR="0" rtl="0" algn="l">
              <a:spcBef>
                <a:spcPts val="1200"/>
              </a:spcBef>
              <a:spcAft>
                <a:spcPts val="0"/>
              </a:spcAft>
              <a:buClr>
                <a:schemeClr val="accent1"/>
              </a:buClr>
              <a:buSzPts val="3450"/>
              <a:buFont typeface="Noto Sans Symbols"/>
              <a:buChar char="✔"/>
            </a:pPr>
            <a:r>
              <a:rPr b="1" i="0" lang="en-US" sz="3000" u="none" cap="none" strike="noStrike">
                <a:solidFill>
                  <a:srgbClr val="511D19"/>
                </a:solidFill>
                <a:latin typeface="Garamond"/>
                <a:ea typeface="Garamond"/>
                <a:cs typeface="Garamond"/>
                <a:sym typeface="Garamond"/>
              </a:rPr>
              <a:t>PYTHON CODE BASED</a:t>
            </a:r>
            <a:endParaRPr/>
          </a:p>
          <a:p>
            <a:pPr indent="-22859" lvl="0" marL="285750" rtl="0" algn="l">
              <a:spcBef>
                <a:spcPts val="1320"/>
              </a:spcBef>
              <a:spcAft>
                <a:spcPts val="0"/>
              </a:spcAft>
              <a:buSzPts val="4140"/>
              <a:buNone/>
            </a:pPr>
            <a:r>
              <a:t/>
            </a:r>
            <a:endParaRPr b="0" i="0" sz="3600" u="none" cap="none" strike="noStrike">
              <a:solidFill>
                <a:srgbClr val="000000"/>
              </a:solidFill>
              <a:latin typeface="Garamond"/>
              <a:ea typeface="Garamond"/>
              <a:cs typeface="Garamond"/>
              <a:sym typeface="Garamond"/>
            </a:endParaRPr>
          </a:p>
        </p:txBody>
      </p:sp>
      <p:sp>
        <p:nvSpPr>
          <p:cNvPr id="347" name="Google Shape;347;p29"/>
          <p:cNvSpPr txBox="1"/>
          <p:nvPr>
            <p:ph idx="2" type="body"/>
          </p:nvPr>
        </p:nvSpPr>
        <p:spPr>
          <a:xfrm>
            <a:off x="9272016" y="3840480"/>
            <a:ext cx="7077456" cy="4965192"/>
          </a:xfrm>
          <a:prstGeom prst="rect">
            <a:avLst/>
          </a:prstGeom>
          <a:noFill/>
          <a:ln>
            <a:noFill/>
          </a:ln>
        </p:spPr>
        <p:txBody>
          <a:bodyPr anchorCtr="0" anchor="t" bIns="45700" lIns="91425" spcFirstLastPara="1" rIns="91425" wrap="square" tIns="45700">
            <a:normAutofit/>
          </a:bodyPr>
          <a:lstStyle/>
          <a:p>
            <a:pPr indent="-22859" lvl="0" marL="285750" rtl="0" algn="l">
              <a:spcBef>
                <a:spcPts val="0"/>
              </a:spcBef>
              <a:spcAft>
                <a:spcPts val="0"/>
              </a:spcAft>
              <a:buSzPts val="4140"/>
              <a:buNone/>
            </a:pPr>
            <a:r>
              <a:t/>
            </a:r>
            <a:endParaRPr/>
          </a:p>
        </p:txBody>
      </p:sp>
      <p:pic>
        <p:nvPicPr>
          <p:cNvPr id="348" name="Google Shape;348;p29"/>
          <p:cNvPicPr preferRelativeResize="0"/>
          <p:nvPr/>
        </p:nvPicPr>
        <p:blipFill rotWithShape="1">
          <a:blip r:embed="rId4">
            <a:alphaModFix/>
          </a:blip>
          <a:srcRect b="0" l="0" r="0" t="0"/>
          <a:stretch/>
        </p:blipFill>
        <p:spPr>
          <a:xfrm>
            <a:off x="8879307" y="3689062"/>
            <a:ext cx="7603956" cy="5286490"/>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descr="Lets Dive Stock Illustrations – 91 Lets Dive Stock Illustrations, Vectors &amp;  Clipart - Dreamstime" id="353" name="Google Shape;353;p30"/>
          <p:cNvPicPr preferRelativeResize="0"/>
          <p:nvPr/>
        </p:nvPicPr>
        <p:blipFill rotWithShape="1">
          <a:blip r:embed="rId3">
            <a:alphaModFix/>
          </a:blip>
          <a:srcRect b="0" l="0" r="0" t="0"/>
          <a:stretch/>
        </p:blipFill>
        <p:spPr>
          <a:xfrm>
            <a:off x="4054642" y="1472620"/>
            <a:ext cx="9950115" cy="7081836"/>
          </a:xfrm>
          <a:prstGeom prst="rect">
            <a:avLst/>
          </a:prstGeom>
          <a:noFill/>
          <a:ln cap="sq" cmpd="thickThin" w="228600">
            <a:solidFill>
              <a:srgbClr val="000000"/>
            </a:solidFill>
            <a:prstDash val="solid"/>
            <a:miter lim="800000"/>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1"/>
          <p:cNvSpPr txBox="1"/>
          <p:nvPr>
            <p:ph type="title"/>
          </p:nvPr>
        </p:nvSpPr>
        <p:spPr>
          <a:xfrm>
            <a:off x="1943103" y="1473198"/>
            <a:ext cx="14401794" cy="1955800"/>
          </a:xfrm>
          <a:prstGeom prst="rect">
            <a:avLst/>
          </a:prstGeom>
          <a:gradFill>
            <a:gsLst>
              <a:gs pos="0">
                <a:srgbClr val="DBC4C2"/>
              </a:gs>
              <a:gs pos="100000">
                <a:srgbClr val="B77F7C"/>
              </a:gs>
            </a:gsLst>
            <a:lin ang="5400000" scaled="0"/>
          </a:gradFill>
          <a:ln cap="flat" cmpd="sng" w="9525">
            <a:solidFill>
              <a:schemeClr val="accent4"/>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002060"/>
              </a:buClr>
              <a:buSzPts val="6600"/>
              <a:buFont typeface="Garamond"/>
              <a:buNone/>
            </a:pPr>
            <a:r>
              <a:rPr b="1" i="0" lang="en-US" sz="6600" u="none" cap="none" strike="noStrike">
                <a:solidFill>
                  <a:srgbClr val="002060"/>
                </a:solidFill>
                <a:latin typeface="Garamond"/>
                <a:ea typeface="Garamond"/>
                <a:cs typeface="Garamond"/>
                <a:sym typeface="Garamond"/>
              </a:rPr>
              <a:t>1. What is a Random Variable?</a:t>
            </a:r>
            <a:endParaRPr/>
          </a:p>
        </p:txBody>
      </p:sp>
      <p:sp>
        <p:nvSpPr>
          <p:cNvPr id="359" name="Google Shape;359;p31"/>
          <p:cNvSpPr txBox="1"/>
          <p:nvPr>
            <p:ph idx="1" type="body"/>
          </p:nvPr>
        </p:nvSpPr>
        <p:spPr>
          <a:xfrm>
            <a:off x="1943101" y="3835398"/>
            <a:ext cx="14401794" cy="4978404"/>
          </a:xfrm>
          <a:prstGeom prst="rect">
            <a:avLst/>
          </a:prstGeom>
          <a:gradFill>
            <a:gsLst>
              <a:gs pos="0">
                <a:srgbClr val="B8B8B8"/>
              </a:gs>
              <a:gs pos="100000">
                <a:srgbClr val="757575"/>
              </a:gs>
            </a:gsLst>
            <a:lin ang="540000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06705" lvl="0" marL="285750" rtl="0" algn="l">
              <a:spcBef>
                <a:spcPts val="0"/>
              </a:spcBef>
              <a:spcAft>
                <a:spcPts val="0"/>
              </a:spcAft>
              <a:buSzPts val="4830"/>
              <a:buChar char="•"/>
            </a:pPr>
            <a:r>
              <a:rPr b="0" i="0" lang="en-US" sz="4200" u="none" cap="none" strike="noStrike">
                <a:solidFill>
                  <a:srgbClr val="511D19"/>
                </a:solidFill>
                <a:latin typeface="Garamond"/>
                <a:ea typeface="Garamond"/>
                <a:cs typeface="Garamond"/>
                <a:sym typeface="Garamond"/>
              </a:rPr>
              <a:t>“</a:t>
            </a:r>
            <a:r>
              <a:rPr b="0" i="0" lang="en-US" sz="3600" u="none" cap="none" strike="noStrike">
                <a:solidFill>
                  <a:srgbClr val="511D19"/>
                </a:solidFill>
                <a:latin typeface="Garamond"/>
                <a:ea typeface="Garamond"/>
                <a:cs typeface="Garamond"/>
                <a:sym typeface="Garamond"/>
              </a:rPr>
              <a:t>A </a:t>
            </a:r>
            <a:r>
              <a:rPr b="1" i="0" lang="en-US" sz="3600" u="none" cap="none" strike="noStrike">
                <a:solidFill>
                  <a:srgbClr val="002060"/>
                </a:solidFill>
                <a:latin typeface="Garamond"/>
                <a:ea typeface="Garamond"/>
                <a:cs typeface="Garamond"/>
                <a:sym typeface="Garamond"/>
              </a:rPr>
              <a:t>random variable</a:t>
            </a:r>
            <a:r>
              <a:rPr b="0" i="0" lang="en-US" sz="3600" u="none" cap="none" strike="noStrike">
                <a:solidFill>
                  <a:srgbClr val="002060"/>
                </a:solidFill>
                <a:latin typeface="Garamond"/>
                <a:ea typeface="Garamond"/>
                <a:cs typeface="Garamond"/>
                <a:sym typeface="Garamond"/>
              </a:rPr>
              <a:t> </a:t>
            </a:r>
            <a:r>
              <a:rPr b="0" i="0" lang="en-US" sz="3600" u="none" cap="none" strike="noStrike">
                <a:solidFill>
                  <a:srgbClr val="511D19"/>
                </a:solidFill>
                <a:latin typeface="Garamond"/>
                <a:ea typeface="Garamond"/>
                <a:cs typeface="Garamond"/>
                <a:sym typeface="Garamond"/>
              </a:rPr>
              <a:t>is a numerical outcome of a random process or experiment. It assigns real numbers to every possible outcome of a random phenomenon.”</a:t>
            </a:r>
            <a:endParaRPr/>
          </a:p>
          <a:p>
            <a:pPr indent="0" lvl="0" marL="0" marR="0" rtl="0" algn="l">
              <a:spcBef>
                <a:spcPts val="1140"/>
              </a:spcBef>
              <a:spcAft>
                <a:spcPts val="0"/>
              </a:spcAft>
              <a:buClr>
                <a:schemeClr val="accent1"/>
              </a:buClr>
              <a:buSzPts val="3105"/>
              <a:buFont typeface="Arial"/>
              <a:buNone/>
            </a:pPr>
            <a:r>
              <a:rPr b="1" i="0" lang="en-US" sz="2700" u="none" cap="none" strike="noStrike">
                <a:solidFill>
                  <a:srgbClr val="511D19"/>
                </a:solidFill>
                <a:latin typeface="Garamond"/>
                <a:ea typeface="Garamond"/>
                <a:cs typeface="Garamond"/>
                <a:sym typeface="Garamond"/>
              </a:rPr>
              <a:t>                                                                      </a:t>
            </a:r>
            <a:r>
              <a:rPr b="1" i="0" lang="en-US" sz="2700" u="sng" cap="none" strike="noStrike">
                <a:solidFill>
                  <a:srgbClr val="511D19"/>
                </a:solidFill>
                <a:latin typeface="Garamond"/>
                <a:ea typeface="Garamond"/>
                <a:cs typeface="Garamond"/>
                <a:sym typeface="Garamond"/>
              </a:rPr>
              <a:t>OR</a:t>
            </a:r>
            <a:endParaRPr/>
          </a:p>
          <a:p>
            <a:pPr indent="-285750" lvl="0" marL="285750" rtl="0" algn="l">
              <a:spcBef>
                <a:spcPts val="1320"/>
              </a:spcBef>
              <a:spcAft>
                <a:spcPts val="0"/>
              </a:spcAft>
              <a:buSzPts val="4140"/>
              <a:buChar char="•"/>
            </a:pPr>
            <a:r>
              <a:rPr b="0" i="0" lang="en-US" sz="3600" u="none" cap="none" strike="noStrike">
                <a:solidFill>
                  <a:srgbClr val="511D19"/>
                </a:solidFill>
                <a:latin typeface="Garamond"/>
                <a:ea typeface="Garamond"/>
                <a:cs typeface="Garamond"/>
                <a:sym typeface="Garamond"/>
              </a:rPr>
              <a:t>“A function from a sample space to the real numbers.”</a:t>
            </a:r>
            <a:endParaRPr/>
          </a:p>
          <a:p>
            <a:pPr indent="-285750" lvl="0" marL="285750" rtl="0" algn="l">
              <a:spcBef>
                <a:spcPts val="1320"/>
              </a:spcBef>
              <a:spcAft>
                <a:spcPts val="0"/>
              </a:spcAft>
              <a:buSzPts val="4140"/>
              <a:buChar char="•"/>
            </a:pPr>
            <a:r>
              <a:rPr b="1" i="0" lang="en-US" sz="3600" u="none" cap="none" strike="noStrike">
                <a:solidFill>
                  <a:srgbClr val="511D19"/>
                </a:solidFill>
                <a:latin typeface="Garamond"/>
                <a:ea typeface="Garamond"/>
                <a:cs typeface="Garamond"/>
                <a:sym typeface="Garamond"/>
              </a:rPr>
              <a:t>Essential for ‘</a:t>
            </a:r>
            <a:r>
              <a:rPr b="0" i="0" lang="en-US" sz="3600" u="none" cap="none" strike="noStrike">
                <a:solidFill>
                  <a:srgbClr val="000000"/>
                </a:solidFill>
                <a:latin typeface="Garamond"/>
                <a:ea typeface="Garamond"/>
                <a:cs typeface="Garamond"/>
                <a:sym typeface="Garamond"/>
              </a:rPr>
              <a:t>understanding probability’, ‘uncertainty’, and ‘statistical models’.</a:t>
            </a:r>
            <a:endParaRPr/>
          </a:p>
          <a:p>
            <a:pPr indent="0" lvl="0" marL="0" marR="0" rtl="0" algn="l">
              <a:spcBef>
                <a:spcPts val="1320"/>
              </a:spcBef>
              <a:spcAft>
                <a:spcPts val="0"/>
              </a:spcAft>
              <a:buClr>
                <a:schemeClr val="accent1"/>
              </a:buClr>
              <a:buSzPts val="4140"/>
              <a:buFont typeface="Arial"/>
              <a:buNone/>
            </a:pPr>
            <a:r>
              <a:t/>
            </a:r>
            <a:endParaRPr b="0" i="0" sz="3600" u="none" cap="none" strike="noStrike">
              <a:solidFill>
                <a:srgbClr val="000000"/>
              </a:solidFill>
              <a:latin typeface="Garamond"/>
              <a:ea typeface="Garamond"/>
              <a:cs typeface="Garamond"/>
              <a:sym typeface="Garamo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xEl>
                                              <p:pRg end="0" st="0"/>
                                            </p:txEl>
                                          </p:spTgt>
                                        </p:tgtEl>
                                        <p:attrNameLst>
                                          <p:attrName>style.visibility</p:attrName>
                                        </p:attrNameLst>
                                      </p:cBhvr>
                                      <p:to>
                                        <p:strVal val="visible"/>
                                      </p:to>
                                    </p:set>
                                    <p:animEffect filter="fade" transition="in">
                                      <p:cBhvr>
                                        <p:cTn dur="2000"/>
                                        <p:tgtEl>
                                          <p:spTgt spid="3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xEl>
                                              <p:pRg end="1" st="1"/>
                                            </p:txEl>
                                          </p:spTgt>
                                        </p:tgtEl>
                                        <p:attrNameLst>
                                          <p:attrName>style.visibility</p:attrName>
                                        </p:attrNameLst>
                                      </p:cBhvr>
                                      <p:to>
                                        <p:strVal val="visible"/>
                                      </p:to>
                                    </p:set>
                                    <p:animEffect filter="fade" transition="in">
                                      <p:cBhvr>
                                        <p:cTn dur="2000"/>
                                        <p:tgtEl>
                                          <p:spTgt spid="3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xEl>
                                              <p:pRg end="2" st="2"/>
                                            </p:txEl>
                                          </p:spTgt>
                                        </p:tgtEl>
                                        <p:attrNameLst>
                                          <p:attrName>style.visibility</p:attrName>
                                        </p:attrNameLst>
                                      </p:cBhvr>
                                      <p:to>
                                        <p:strVal val="visible"/>
                                      </p:to>
                                    </p:set>
                                    <p:animEffect filter="fade" transition="in">
                                      <p:cBhvr>
                                        <p:cTn dur="2000"/>
                                        <p:tgtEl>
                                          <p:spTgt spid="3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xEl>
                                              <p:pRg end="3" st="3"/>
                                            </p:txEl>
                                          </p:spTgt>
                                        </p:tgtEl>
                                        <p:attrNameLst>
                                          <p:attrName>style.visibility</p:attrName>
                                        </p:attrNameLst>
                                      </p:cBhvr>
                                      <p:to>
                                        <p:strVal val="visible"/>
                                      </p:to>
                                    </p:set>
                                    <p:animEffect filter="fade" transition="in">
                                      <p:cBhvr>
                                        <p:cTn dur="2000"/>
                                        <p:tgtEl>
                                          <p:spTgt spid="3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xEl>
                                              <p:pRg end="4" st="4"/>
                                            </p:txEl>
                                          </p:spTgt>
                                        </p:tgtEl>
                                        <p:attrNameLst>
                                          <p:attrName>style.visibility</p:attrName>
                                        </p:attrNameLst>
                                      </p:cBhvr>
                                      <p:to>
                                        <p:strVal val="visible"/>
                                      </p:to>
                                    </p:set>
                                    <p:animEffect filter="fade" transition="in">
                                      <p:cBhvr>
                                        <p:cTn dur="2000"/>
                                        <p:tgtEl>
                                          <p:spTgt spid="35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2"/>
          <p:cNvSpPr txBox="1"/>
          <p:nvPr>
            <p:ph type="title"/>
          </p:nvPr>
        </p:nvSpPr>
        <p:spPr>
          <a:xfrm>
            <a:off x="1943103" y="1473198"/>
            <a:ext cx="14401794" cy="1955800"/>
          </a:xfrm>
          <a:prstGeom prst="rect">
            <a:avLst/>
          </a:prstGeom>
          <a:gradFill>
            <a:gsLst>
              <a:gs pos="0">
                <a:srgbClr val="DBC4C2"/>
              </a:gs>
              <a:gs pos="100000">
                <a:srgbClr val="B77F7C"/>
              </a:gs>
            </a:gsLst>
            <a:lin ang="5400000" scaled="0"/>
          </a:gradFill>
          <a:ln cap="flat" cmpd="sng" w="9525">
            <a:solidFill>
              <a:schemeClr val="accent4"/>
            </a:solidFill>
            <a:prstDash val="solid"/>
            <a:round/>
            <a:headEnd len="sm" w="sm" type="none"/>
            <a:tailEnd len="sm" w="sm" type="none"/>
          </a:ln>
        </p:spPr>
        <p:txBody>
          <a:bodyPr anchorCtr="0" anchor="ctr" bIns="45700" lIns="91425" spcFirstLastPara="1" rIns="91425" wrap="square" tIns="45700">
            <a:normAutofit fontScale="90000"/>
          </a:bodyPr>
          <a:lstStyle/>
          <a:p>
            <a:pPr indent="0" lvl="0" marL="0" marR="0" rtl="0" algn="ctr">
              <a:spcBef>
                <a:spcPts val="0"/>
              </a:spcBef>
              <a:spcAft>
                <a:spcPts val="0"/>
              </a:spcAft>
              <a:buClr>
                <a:srgbClr val="511D19"/>
              </a:buClr>
              <a:buSzPct val="100000"/>
              <a:buFont typeface="Garamond"/>
              <a:buNone/>
            </a:pPr>
            <a:r>
              <a:rPr b="1" i="0" lang="en-US" sz="6600" u="none" cap="none" strike="noStrike">
                <a:solidFill>
                  <a:srgbClr val="511D19"/>
                </a:solidFill>
                <a:latin typeface="Garamond"/>
                <a:ea typeface="Garamond"/>
                <a:cs typeface="Garamond"/>
                <a:sym typeface="Garamond"/>
              </a:rPr>
              <a:t>                   OF </a:t>
            </a:r>
            <a:r>
              <a:rPr b="1" i="0" lang="en-US" sz="7950" u="none" cap="none" strike="noStrike">
                <a:solidFill>
                  <a:srgbClr val="511D19"/>
                </a:solidFill>
                <a:latin typeface="Garamond"/>
                <a:ea typeface="Garamond"/>
                <a:cs typeface="Garamond"/>
                <a:sym typeface="Garamond"/>
              </a:rPr>
              <a:t>RANDOM VARIABLE</a:t>
            </a:r>
            <a:endParaRPr b="1" i="0" sz="6600" u="none" cap="none" strike="noStrike">
              <a:solidFill>
                <a:srgbClr val="511D19"/>
              </a:solidFill>
              <a:latin typeface="Garamond"/>
              <a:ea typeface="Garamond"/>
              <a:cs typeface="Garamond"/>
              <a:sym typeface="Garamond"/>
            </a:endParaRPr>
          </a:p>
        </p:txBody>
      </p:sp>
      <p:sp>
        <p:nvSpPr>
          <p:cNvPr id="365" name="Google Shape;365;p32"/>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4140"/>
              <a:buChar char="•"/>
            </a:pPr>
            <a:r>
              <a:rPr b="1" lang="en-US">
                <a:solidFill>
                  <a:srgbClr val="002060"/>
                </a:solidFill>
              </a:rPr>
              <a:t>Discrete Random Variables</a:t>
            </a:r>
            <a:endParaRPr>
              <a:solidFill>
                <a:srgbClr val="002060"/>
              </a:solidFill>
            </a:endParaRPr>
          </a:p>
          <a:p>
            <a:pPr indent="-285750" lvl="1" marL="742950" rtl="0" algn="l">
              <a:spcBef>
                <a:spcPts val="1200"/>
              </a:spcBef>
              <a:spcAft>
                <a:spcPts val="0"/>
              </a:spcAft>
              <a:buSzPts val="3450"/>
              <a:buChar char="•"/>
            </a:pPr>
            <a:r>
              <a:rPr lang="en-US"/>
              <a:t>Can take only specific, countable values.</a:t>
            </a:r>
            <a:endParaRPr/>
          </a:p>
          <a:p>
            <a:pPr indent="-285750" lvl="1" marL="742950" rtl="0" algn="l">
              <a:spcBef>
                <a:spcPts val="1200"/>
              </a:spcBef>
              <a:spcAft>
                <a:spcPts val="0"/>
              </a:spcAft>
              <a:buSzPts val="3450"/>
              <a:buChar char="•"/>
            </a:pPr>
            <a:r>
              <a:rPr b="1" lang="en-US"/>
              <a:t>Example: </a:t>
            </a:r>
            <a:r>
              <a:rPr lang="en-US"/>
              <a:t>Number of heads in 10 coin tosses.</a:t>
            </a:r>
            <a:endParaRPr/>
          </a:p>
          <a:p>
            <a:pPr indent="-285750" lvl="0" marL="285750" rtl="0" algn="l">
              <a:spcBef>
                <a:spcPts val="1320"/>
              </a:spcBef>
              <a:spcAft>
                <a:spcPts val="0"/>
              </a:spcAft>
              <a:buSzPts val="4140"/>
              <a:buChar char="•"/>
            </a:pPr>
            <a:r>
              <a:rPr b="1" lang="en-US">
                <a:solidFill>
                  <a:srgbClr val="002060"/>
                </a:solidFill>
              </a:rPr>
              <a:t>Continuous Random Variables</a:t>
            </a:r>
            <a:endParaRPr>
              <a:solidFill>
                <a:srgbClr val="002060"/>
              </a:solidFill>
            </a:endParaRPr>
          </a:p>
          <a:p>
            <a:pPr indent="-285750" lvl="1" marL="742950" rtl="0" algn="l">
              <a:spcBef>
                <a:spcPts val="1200"/>
              </a:spcBef>
              <a:spcAft>
                <a:spcPts val="0"/>
              </a:spcAft>
              <a:buSzPts val="3450"/>
              <a:buChar char="•"/>
            </a:pPr>
            <a:r>
              <a:rPr lang="en-US"/>
              <a:t>Can take any value in a range.</a:t>
            </a:r>
            <a:endParaRPr/>
          </a:p>
          <a:p>
            <a:pPr indent="-285750" lvl="1" marL="742950" rtl="0" algn="l">
              <a:spcBef>
                <a:spcPts val="1200"/>
              </a:spcBef>
              <a:spcAft>
                <a:spcPts val="0"/>
              </a:spcAft>
              <a:buSzPts val="3450"/>
              <a:buChar char="•"/>
            </a:pPr>
            <a:r>
              <a:rPr b="1" lang="en-US"/>
              <a:t>Example: </a:t>
            </a:r>
            <a:r>
              <a:rPr lang="en-US"/>
              <a:t>Time taken for a car to complete a race.</a:t>
            </a:r>
            <a:endParaRPr/>
          </a:p>
          <a:p>
            <a:pPr indent="0" lvl="0" marL="0" rtl="0" algn="l">
              <a:spcBef>
                <a:spcPts val="600"/>
              </a:spcBef>
              <a:spcAft>
                <a:spcPts val="0"/>
              </a:spcAft>
              <a:buClr>
                <a:srgbClr val="262626"/>
              </a:buClr>
              <a:buSzPts val="3600"/>
              <a:buNone/>
            </a:pPr>
            <a:r>
              <a:t/>
            </a:r>
            <a:endParaRPr>
              <a:solidFill>
                <a:schemeClr val="dk1"/>
              </a:solidFill>
              <a:latin typeface="Arial"/>
              <a:ea typeface="Arial"/>
              <a:cs typeface="Arial"/>
              <a:sym typeface="Arial"/>
            </a:endParaRPr>
          </a:p>
          <a:p>
            <a:pPr indent="-22859" lvl="0" marL="285750" rtl="0" algn="l">
              <a:spcBef>
                <a:spcPts val="720"/>
              </a:spcBef>
              <a:spcAft>
                <a:spcPts val="0"/>
              </a:spcAft>
              <a:buSzPts val="4140"/>
              <a:buNone/>
            </a:pPr>
            <a:r>
              <a:t/>
            </a:r>
            <a:endParaRPr/>
          </a:p>
        </p:txBody>
      </p:sp>
      <p:pic>
        <p:nvPicPr>
          <p:cNvPr descr="WEB PAGE] Types of Epilepsy | MyEpilepsyTeam | TBI Rehabilitation" id="366" name="Google Shape;366;p32"/>
          <p:cNvPicPr preferRelativeResize="0"/>
          <p:nvPr/>
        </p:nvPicPr>
        <p:blipFill rotWithShape="1">
          <a:blip r:embed="rId3">
            <a:alphaModFix/>
          </a:blip>
          <a:srcRect b="0" l="0" r="0" t="0"/>
          <a:stretch/>
        </p:blipFill>
        <p:spPr>
          <a:xfrm>
            <a:off x="1905757" y="1390044"/>
            <a:ext cx="3749086" cy="210525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descr="Lets Move, HD Png Download , Transparent Png Image - PNGitem" id="371" name="Google Shape;371;p33"/>
          <p:cNvPicPr preferRelativeResize="0"/>
          <p:nvPr/>
        </p:nvPicPr>
        <p:blipFill rotWithShape="1">
          <a:blip r:embed="rId3">
            <a:alphaModFix/>
          </a:blip>
          <a:srcRect b="0" l="0" r="0" t="0"/>
          <a:stretch/>
        </p:blipFill>
        <p:spPr>
          <a:xfrm>
            <a:off x="3120940" y="1545807"/>
            <a:ext cx="12315576" cy="6896722"/>
          </a:xfrm>
          <a:prstGeom prst="rect">
            <a:avLst/>
          </a:prstGeom>
          <a:noFill/>
          <a:ln cap="sq" cmpd="thickThin" w="88900">
            <a:solidFill>
              <a:srgbClr val="000000"/>
            </a:solidFill>
            <a:prstDash val="solid"/>
            <a:miter lim="800000"/>
            <a:headEnd len="sm" w="sm" type="none"/>
            <a:tailEnd len="sm" w="sm" type="none"/>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4"/>
          <p:cNvSpPr txBox="1"/>
          <p:nvPr>
            <p:ph type="title"/>
          </p:nvPr>
        </p:nvSpPr>
        <p:spPr>
          <a:xfrm>
            <a:off x="1943104" y="1473204"/>
            <a:ext cx="14401794" cy="1737592"/>
          </a:xfrm>
          <a:prstGeom prst="rect">
            <a:avLst/>
          </a:prstGeom>
          <a:gradFill>
            <a:gsLst>
              <a:gs pos="0">
                <a:srgbClr val="DBC4C2"/>
              </a:gs>
              <a:gs pos="100000">
                <a:srgbClr val="B77F7C"/>
              </a:gs>
            </a:gsLst>
            <a:lin ang="5400000" scaled="0"/>
          </a:gradFill>
          <a:ln cap="flat" cmpd="sng" w="9525">
            <a:solidFill>
              <a:schemeClr val="accent4"/>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6D3B13"/>
              </a:buClr>
              <a:buSzPts val="6000"/>
              <a:buFont typeface="Garamond"/>
              <a:buNone/>
            </a:pPr>
            <a:r>
              <a:rPr b="1" i="0" lang="en-US" sz="6000" u="none" cap="none" strike="noStrike">
                <a:solidFill>
                  <a:srgbClr val="6D3B13"/>
                </a:solidFill>
                <a:latin typeface="Garamond"/>
                <a:ea typeface="Garamond"/>
                <a:cs typeface="Garamond"/>
                <a:sym typeface="Garamond"/>
              </a:rPr>
              <a:t>Example of Discrete Random Variable</a:t>
            </a:r>
            <a:endParaRPr b="1" i="0" sz="6000" u="none" cap="none" strike="noStrike">
              <a:solidFill>
                <a:srgbClr val="6D3B13"/>
              </a:solidFill>
              <a:latin typeface="Arial"/>
              <a:ea typeface="Arial"/>
              <a:cs typeface="Arial"/>
              <a:sym typeface="Arial"/>
            </a:endParaRPr>
          </a:p>
        </p:txBody>
      </p:sp>
      <p:sp>
        <p:nvSpPr>
          <p:cNvPr id="377" name="Google Shape;377;p34"/>
          <p:cNvSpPr txBox="1"/>
          <p:nvPr>
            <p:ph idx="1" type="body"/>
          </p:nvPr>
        </p:nvSpPr>
        <p:spPr>
          <a:xfrm>
            <a:off x="1900990" y="3861493"/>
            <a:ext cx="14666494" cy="4681281"/>
          </a:xfrm>
          <a:prstGeom prst="rect">
            <a:avLst/>
          </a:prstGeom>
          <a:noFill/>
          <a:ln>
            <a:noFill/>
          </a:ln>
        </p:spPr>
        <p:txBody>
          <a:bodyPr anchorCtr="0" anchor="ctr" bIns="45700" lIns="91425" spcFirstLastPara="1" rIns="91425" wrap="square" tIns="45700">
            <a:spAutoFit/>
          </a:bodyPr>
          <a:lstStyle/>
          <a:p>
            <a:pPr indent="-285750" lvl="0" marL="285750" rtl="0" algn="l">
              <a:spcBef>
                <a:spcPts val="0"/>
              </a:spcBef>
              <a:spcAft>
                <a:spcPts val="0"/>
              </a:spcAft>
              <a:buSzPts val="3450"/>
              <a:buChar char="•"/>
            </a:pPr>
            <a:r>
              <a:rPr b="1" lang="en-US" sz="3000">
                <a:solidFill>
                  <a:srgbClr val="002060"/>
                </a:solidFill>
              </a:rPr>
              <a:t>Example: </a:t>
            </a:r>
            <a:r>
              <a:rPr b="1" lang="en-US" sz="4200"/>
              <a:t>Rolling a Fair Die</a:t>
            </a:r>
            <a:endParaRPr/>
          </a:p>
          <a:p>
            <a:pPr indent="-285750" lvl="0" marL="285750" rtl="0" algn="l">
              <a:spcBef>
                <a:spcPts val="1320"/>
              </a:spcBef>
              <a:spcAft>
                <a:spcPts val="0"/>
              </a:spcAft>
              <a:buSzPts val="3450"/>
              <a:buChar char="•"/>
            </a:pPr>
            <a:r>
              <a:rPr b="1" lang="en-US" sz="3000">
                <a:solidFill>
                  <a:srgbClr val="002060"/>
                </a:solidFill>
              </a:rPr>
              <a:t>Random Variable (X</a:t>
            </a:r>
            <a:r>
              <a:rPr b="1" lang="en-US">
                <a:solidFill>
                  <a:srgbClr val="002060"/>
                </a:solidFill>
              </a:rPr>
              <a:t>):</a:t>
            </a:r>
            <a:r>
              <a:rPr lang="en-US" sz="3000">
                <a:solidFill>
                  <a:srgbClr val="002060"/>
                </a:solidFill>
              </a:rPr>
              <a:t> </a:t>
            </a:r>
            <a:r>
              <a:rPr lang="en-US" sz="3000"/>
              <a:t>Outcome of rolling a six-sided die.</a:t>
            </a:r>
            <a:endParaRPr/>
          </a:p>
          <a:p>
            <a:pPr indent="-285750" lvl="0" marL="285750" rtl="0" algn="l">
              <a:spcBef>
                <a:spcPts val="1200"/>
              </a:spcBef>
              <a:spcAft>
                <a:spcPts val="0"/>
              </a:spcAft>
              <a:buSzPts val="3450"/>
              <a:buChar char="•"/>
            </a:pPr>
            <a:r>
              <a:rPr lang="en-US" sz="3000"/>
              <a:t>Possible outcomes:</a:t>
            </a:r>
            <a:br>
              <a:rPr lang="en-US" sz="3000"/>
            </a:br>
            <a:r>
              <a:rPr lang="en-US" sz="3000"/>
              <a:t>X={1,2,3,4,5,6}</a:t>
            </a:r>
            <a:endParaRPr/>
          </a:p>
          <a:p>
            <a:pPr indent="-285750" lvl="0" marL="285750" rtl="0" algn="l">
              <a:spcBef>
                <a:spcPts val="1200"/>
              </a:spcBef>
              <a:spcAft>
                <a:spcPts val="0"/>
              </a:spcAft>
              <a:buSzPts val="3450"/>
              <a:buChar char="•"/>
            </a:pPr>
            <a:r>
              <a:rPr b="1" lang="en-US" sz="3000">
                <a:solidFill>
                  <a:srgbClr val="002060"/>
                </a:solidFill>
              </a:rPr>
              <a:t>Probability Distribution (PMF):</a:t>
            </a:r>
            <a:br>
              <a:rPr lang="en-US" sz="3000"/>
            </a:br>
            <a:r>
              <a:rPr lang="en-US" sz="3000"/>
              <a:t>All outcomes have an equal probability of 1/6</a:t>
            </a:r>
            <a:endParaRPr/>
          </a:p>
          <a:p>
            <a:pPr indent="0" lvl="0" marL="0" rtl="0" algn="l">
              <a:spcBef>
                <a:spcPts val="600"/>
              </a:spcBef>
              <a:spcAft>
                <a:spcPts val="0"/>
              </a:spcAft>
              <a:buClr>
                <a:srgbClr val="262626"/>
              </a:buClr>
              <a:buSzPts val="2400"/>
              <a:buFont typeface="Garamond"/>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400"/>
              <a:buFont typeface="Garamond"/>
              <a:buNone/>
            </a:pPr>
            <a:r>
              <a:t/>
            </a:r>
            <a:endParaRPr b="0" i="0" sz="2400" u="none" cap="none" strike="noStrike">
              <a:solidFill>
                <a:schemeClr val="dk1"/>
              </a:solidFill>
              <a:latin typeface="Arial"/>
              <a:ea typeface="Arial"/>
              <a:cs typeface="Arial"/>
              <a:sym typeface="Arial"/>
            </a:endParaRPr>
          </a:p>
        </p:txBody>
      </p:sp>
      <p:pic>
        <p:nvPicPr>
          <p:cNvPr descr="Man Rolling The Dice/risk Royalty Free Vector Clip - Cartoon Man Rolling  Dice - Free Transparent PNG Download - PNGkey" id="378" name="Google Shape;378;p34"/>
          <p:cNvPicPr preferRelativeResize="0"/>
          <p:nvPr/>
        </p:nvPicPr>
        <p:blipFill rotWithShape="1">
          <a:blip r:embed="rId3">
            <a:alphaModFix/>
          </a:blip>
          <a:srcRect b="0" l="0" r="0" t="0"/>
          <a:stretch/>
        </p:blipFill>
        <p:spPr>
          <a:xfrm>
            <a:off x="11567109" y="3970420"/>
            <a:ext cx="5445543" cy="4680285"/>
          </a:xfrm>
          <a:prstGeom prst="rect">
            <a:avLst/>
          </a:prstGeom>
          <a:noFill/>
          <a:ln cap="sq" cmpd="thickThin" w="88900">
            <a:solidFill>
              <a:srgbClr val="000000"/>
            </a:solidFill>
            <a:prstDash val="solid"/>
            <a:miter lim="800000"/>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7">
                                            <p:txEl>
                                              <p:pRg end="0" st="0"/>
                                            </p:txEl>
                                          </p:spTgt>
                                        </p:tgtEl>
                                        <p:attrNameLst>
                                          <p:attrName>style.visibility</p:attrName>
                                        </p:attrNameLst>
                                      </p:cBhvr>
                                      <p:to>
                                        <p:strVal val="visible"/>
                                      </p:to>
                                    </p:set>
                                    <p:animEffect filter="fade" transition="in">
                                      <p:cBhvr>
                                        <p:cTn dur="2000"/>
                                        <p:tgtEl>
                                          <p:spTgt spid="377">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7">
                                            <p:txEl>
                                              <p:pRg end="1" st="1"/>
                                            </p:txEl>
                                          </p:spTgt>
                                        </p:tgtEl>
                                        <p:attrNameLst>
                                          <p:attrName>style.visibility</p:attrName>
                                        </p:attrNameLst>
                                      </p:cBhvr>
                                      <p:to>
                                        <p:strVal val="visible"/>
                                      </p:to>
                                    </p:set>
                                    <p:animEffect filter="fade" transition="in">
                                      <p:cBhvr>
                                        <p:cTn dur="2000"/>
                                        <p:tgtEl>
                                          <p:spTgt spid="377">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7">
                                            <p:txEl>
                                              <p:pRg end="2" st="2"/>
                                            </p:txEl>
                                          </p:spTgt>
                                        </p:tgtEl>
                                        <p:attrNameLst>
                                          <p:attrName>style.visibility</p:attrName>
                                        </p:attrNameLst>
                                      </p:cBhvr>
                                      <p:to>
                                        <p:strVal val="visible"/>
                                      </p:to>
                                    </p:set>
                                    <p:animEffect filter="fade" transition="in">
                                      <p:cBhvr>
                                        <p:cTn dur="2000"/>
                                        <p:tgtEl>
                                          <p:spTgt spid="377">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7">
                                            <p:txEl>
                                              <p:pRg end="3" st="3"/>
                                            </p:txEl>
                                          </p:spTgt>
                                        </p:tgtEl>
                                        <p:attrNameLst>
                                          <p:attrName>style.visibility</p:attrName>
                                        </p:attrNameLst>
                                      </p:cBhvr>
                                      <p:to>
                                        <p:strVal val="visible"/>
                                      </p:to>
                                    </p:set>
                                    <p:animEffect filter="fade" transition="in">
                                      <p:cBhvr>
                                        <p:cTn dur="2000"/>
                                        <p:tgtEl>
                                          <p:spTgt spid="377">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7">
                                            <p:txEl>
                                              <p:pRg end="4" st="4"/>
                                            </p:txEl>
                                          </p:spTgt>
                                        </p:tgtEl>
                                        <p:attrNameLst>
                                          <p:attrName>style.visibility</p:attrName>
                                        </p:attrNameLst>
                                      </p:cBhvr>
                                      <p:to>
                                        <p:strVal val="visible"/>
                                      </p:to>
                                    </p:set>
                                    <p:animEffect filter="fade" transition="in">
                                      <p:cBhvr>
                                        <p:cTn dur="2000"/>
                                        <p:tgtEl>
                                          <p:spTgt spid="377">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7">
                                            <p:txEl>
                                              <p:pRg end="5" st="5"/>
                                            </p:txEl>
                                          </p:spTgt>
                                        </p:tgtEl>
                                        <p:attrNameLst>
                                          <p:attrName>style.visibility</p:attrName>
                                        </p:attrNameLst>
                                      </p:cBhvr>
                                      <p:to>
                                        <p:strVal val="visible"/>
                                      </p:to>
                                    </p:set>
                                    <p:animEffect filter="fade" transition="in">
                                      <p:cBhvr>
                                        <p:cTn dur="2000"/>
                                        <p:tgtEl>
                                          <p:spTgt spid="37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5"/>
          <p:cNvSpPr txBox="1"/>
          <p:nvPr>
            <p:ph type="title"/>
          </p:nvPr>
        </p:nvSpPr>
        <p:spPr>
          <a:xfrm>
            <a:off x="1943103" y="1473198"/>
            <a:ext cx="14401794" cy="1955800"/>
          </a:xfrm>
          <a:prstGeom prst="rect">
            <a:avLst/>
          </a:prstGeom>
          <a:gradFill>
            <a:gsLst>
              <a:gs pos="0">
                <a:srgbClr val="DBC4C2"/>
              </a:gs>
              <a:gs pos="100000">
                <a:srgbClr val="B77F7C"/>
              </a:gs>
            </a:gsLst>
            <a:lin ang="5400000" scaled="0"/>
          </a:gradFill>
          <a:ln cap="flat" cmpd="sng" w="9525">
            <a:solidFill>
              <a:schemeClr val="accent4"/>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511D19"/>
              </a:buClr>
              <a:buSzPts val="5400"/>
              <a:buFont typeface="Garamond"/>
              <a:buNone/>
            </a:pPr>
            <a:r>
              <a:rPr b="1" i="0" lang="en-US" sz="5400" u="none" cap="none" strike="noStrike">
                <a:solidFill>
                  <a:srgbClr val="511D19"/>
                </a:solidFill>
                <a:latin typeface="Garamond"/>
                <a:ea typeface="Garamond"/>
                <a:cs typeface="Garamond"/>
                <a:sym typeface="Garamond"/>
              </a:rPr>
              <a:t>Example of </a:t>
            </a:r>
            <a:r>
              <a:rPr b="1" i="0" lang="en-US" sz="6000" u="none" cap="none" strike="noStrike">
                <a:solidFill>
                  <a:srgbClr val="511D19"/>
                </a:solidFill>
                <a:latin typeface="Garamond"/>
                <a:ea typeface="Garamond"/>
                <a:cs typeface="Garamond"/>
                <a:sym typeface="Garamond"/>
              </a:rPr>
              <a:t>Continuous</a:t>
            </a:r>
            <a:r>
              <a:rPr b="1" i="0" lang="en-US" sz="5400" u="none" cap="none" strike="noStrike">
                <a:solidFill>
                  <a:srgbClr val="511D19"/>
                </a:solidFill>
                <a:latin typeface="Garamond"/>
                <a:ea typeface="Garamond"/>
                <a:cs typeface="Garamond"/>
                <a:sym typeface="Garamond"/>
              </a:rPr>
              <a:t> Random Variable</a:t>
            </a:r>
            <a:endParaRPr b="1" i="0" sz="5400" u="none" cap="none" strike="noStrike">
              <a:solidFill>
                <a:srgbClr val="511D19"/>
              </a:solidFill>
              <a:latin typeface="Arial"/>
              <a:ea typeface="Arial"/>
              <a:cs typeface="Arial"/>
              <a:sym typeface="Arial"/>
            </a:endParaRPr>
          </a:p>
        </p:txBody>
      </p:sp>
      <p:sp>
        <p:nvSpPr>
          <p:cNvPr id="384" name="Google Shape;384;p35"/>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450"/>
              <a:buChar char="•"/>
            </a:pPr>
            <a:r>
              <a:rPr b="1" lang="en-US" sz="3000">
                <a:solidFill>
                  <a:srgbClr val="002060"/>
                </a:solidFill>
              </a:rPr>
              <a:t>Example: </a:t>
            </a:r>
            <a:r>
              <a:rPr b="1" lang="en-US" sz="4200"/>
              <a:t>Time to Wait for a Bus</a:t>
            </a:r>
            <a:endParaRPr/>
          </a:p>
          <a:p>
            <a:pPr indent="-285750" lvl="0" marL="285750" rtl="0" algn="l">
              <a:spcBef>
                <a:spcPts val="1200"/>
              </a:spcBef>
              <a:spcAft>
                <a:spcPts val="0"/>
              </a:spcAft>
              <a:buSzPts val="3450"/>
              <a:buChar char="•"/>
            </a:pPr>
            <a:r>
              <a:rPr b="1" lang="en-US" sz="3000">
                <a:solidFill>
                  <a:srgbClr val="002060"/>
                </a:solidFill>
              </a:rPr>
              <a:t>Random Variable (Y):</a:t>
            </a:r>
            <a:r>
              <a:rPr lang="en-US" sz="3000">
                <a:solidFill>
                  <a:srgbClr val="002060"/>
                </a:solidFill>
              </a:rPr>
              <a:t> </a:t>
            </a:r>
            <a:r>
              <a:rPr lang="en-US" sz="3000"/>
              <a:t>The time (in minutes) you wait </a:t>
            </a:r>
            <a:endParaRPr/>
          </a:p>
          <a:p>
            <a:pPr indent="0" lvl="0" marL="0" rtl="0" algn="l">
              <a:spcBef>
                <a:spcPts val="1200"/>
              </a:spcBef>
              <a:spcAft>
                <a:spcPts val="0"/>
              </a:spcAft>
              <a:buSzPts val="3450"/>
              <a:buNone/>
            </a:pPr>
            <a:r>
              <a:rPr lang="en-US" sz="3000"/>
              <a:t>      for the bus.</a:t>
            </a:r>
            <a:endParaRPr/>
          </a:p>
          <a:p>
            <a:pPr indent="-285750" lvl="0" marL="285750" rtl="0" algn="l">
              <a:spcBef>
                <a:spcPts val="1200"/>
              </a:spcBef>
              <a:spcAft>
                <a:spcPts val="0"/>
              </a:spcAft>
              <a:buSzPts val="3450"/>
              <a:buChar char="•"/>
            </a:pPr>
            <a:r>
              <a:rPr lang="en-US" sz="3000"/>
              <a:t>Possible outcomes:</a:t>
            </a:r>
            <a:br>
              <a:rPr lang="en-US" sz="3000"/>
            </a:br>
            <a:r>
              <a:rPr lang="en-US" sz="3000"/>
              <a:t>Y=[0,∞) , Y = [0, infinity) </a:t>
            </a:r>
            <a:endParaRPr/>
          </a:p>
          <a:p>
            <a:pPr indent="-285750" lvl="0" marL="285750" rtl="0" algn="l">
              <a:spcBef>
                <a:spcPts val="1200"/>
              </a:spcBef>
              <a:spcAft>
                <a:spcPts val="0"/>
              </a:spcAft>
              <a:buSzPts val="3450"/>
              <a:buChar char="•"/>
            </a:pPr>
            <a:r>
              <a:rPr b="1" lang="en-US" sz="3000">
                <a:solidFill>
                  <a:srgbClr val="002060"/>
                </a:solidFill>
              </a:rPr>
              <a:t>Probability Distribution (PDF):</a:t>
            </a:r>
            <a:br>
              <a:rPr lang="en-US" sz="3000"/>
            </a:br>
            <a:r>
              <a:rPr lang="en-US" sz="3000"/>
              <a:t>The probabilities are distributed over a continuous interval.</a:t>
            </a:r>
            <a:endParaRPr/>
          </a:p>
          <a:p>
            <a:pPr indent="-22859" lvl="0" marL="285750" rtl="0" algn="l">
              <a:spcBef>
                <a:spcPts val="1320"/>
              </a:spcBef>
              <a:spcAft>
                <a:spcPts val="0"/>
              </a:spcAft>
              <a:buSzPts val="4140"/>
              <a:buNone/>
            </a:pPr>
            <a:r>
              <a:t/>
            </a:r>
            <a:endParaRPr/>
          </a:p>
        </p:txBody>
      </p:sp>
      <p:pic>
        <p:nvPicPr>
          <p:cNvPr descr="Bus stop | Cartoon of a boy waiting for the bus. www.bradhal… | Flickr" id="385" name="Google Shape;385;p35"/>
          <p:cNvPicPr preferRelativeResize="0"/>
          <p:nvPr/>
        </p:nvPicPr>
        <p:blipFill rotWithShape="1">
          <a:blip r:embed="rId3">
            <a:alphaModFix/>
          </a:blip>
          <a:srcRect b="0" l="0" r="0" t="0"/>
          <a:stretch/>
        </p:blipFill>
        <p:spPr>
          <a:xfrm>
            <a:off x="11867898" y="4030578"/>
            <a:ext cx="4490509" cy="4295272"/>
          </a:xfrm>
          <a:prstGeom prst="rect">
            <a:avLst/>
          </a:prstGeom>
          <a:noFill/>
          <a:ln cap="sq" cmpd="thickThin" w="88900">
            <a:solidFill>
              <a:srgbClr val="000000"/>
            </a:solidFill>
            <a:prstDash val="solid"/>
            <a:miter lim="800000"/>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0" st="0"/>
                                            </p:txEl>
                                          </p:spTgt>
                                        </p:tgtEl>
                                        <p:attrNameLst>
                                          <p:attrName>style.visibility</p:attrName>
                                        </p:attrNameLst>
                                      </p:cBhvr>
                                      <p:to>
                                        <p:strVal val="visible"/>
                                      </p:to>
                                    </p:set>
                                    <p:animEffect filter="fade" transition="in">
                                      <p:cBhvr>
                                        <p:cTn dur="2000"/>
                                        <p:tgtEl>
                                          <p:spTgt spid="3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1" st="1"/>
                                            </p:txEl>
                                          </p:spTgt>
                                        </p:tgtEl>
                                        <p:attrNameLst>
                                          <p:attrName>style.visibility</p:attrName>
                                        </p:attrNameLst>
                                      </p:cBhvr>
                                      <p:to>
                                        <p:strVal val="visible"/>
                                      </p:to>
                                    </p:set>
                                    <p:animEffect filter="fade" transition="in">
                                      <p:cBhvr>
                                        <p:cTn dur="2000"/>
                                        <p:tgtEl>
                                          <p:spTgt spid="3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2" st="2"/>
                                            </p:txEl>
                                          </p:spTgt>
                                        </p:tgtEl>
                                        <p:attrNameLst>
                                          <p:attrName>style.visibility</p:attrName>
                                        </p:attrNameLst>
                                      </p:cBhvr>
                                      <p:to>
                                        <p:strVal val="visible"/>
                                      </p:to>
                                    </p:set>
                                    <p:animEffect filter="fade" transition="in">
                                      <p:cBhvr>
                                        <p:cTn dur="2000"/>
                                        <p:tgtEl>
                                          <p:spTgt spid="3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3" st="3"/>
                                            </p:txEl>
                                          </p:spTgt>
                                        </p:tgtEl>
                                        <p:attrNameLst>
                                          <p:attrName>style.visibility</p:attrName>
                                        </p:attrNameLst>
                                      </p:cBhvr>
                                      <p:to>
                                        <p:strVal val="visible"/>
                                      </p:to>
                                    </p:set>
                                    <p:animEffect filter="fade" transition="in">
                                      <p:cBhvr>
                                        <p:cTn dur="2000"/>
                                        <p:tgtEl>
                                          <p:spTgt spid="3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4" st="4"/>
                                            </p:txEl>
                                          </p:spTgt>
                                        </p:tgtEl>
                                        <p:attrNameLst>
                                          <p:attrName>style.visibility</p:attrName>
                                        </p:attrNameLst>
                                      </p:cBhvr>
                                      <p:to>
                                        <p:strVal val="visible"/>
                                      </p:to>
                                    </p:set>
                                    <p:animEffect filter="fade" transition="in">
                                      <p:cBhvr>
                                        <p:cTn dur="2000"/>
                                        <p:tgtEl>
                                          <p:spTgt spid="3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5" st="5"/>
                                            </p:txEl>
                                          </p:spTgt>
                                        </p:tgtEl>
                                        <p:attrNameLst>
                                          <p:attrName>style.visibility</p:attrName>
                                        </p:attrNameLst>
                                      </p:cBhvr>
                                      <p:to>
                                        <p:strVal val="visible"/>
                                      </p:to>
                                    </p:set>
                                    <p:animEffect filter="fade" transition="in">
                                      <p:cBhvr>
                                        <p:cTn dur="2000"/>
                                        <p:tgtEl>
                                          <p:spTgt spid="38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6"/>
          <p:cNvSpPr txBox="1"/>
          <p:nvPr>
            <p:ph type="title"/>
          </p:nvPr>
        </p:nvSpPr>
        <p:spPr>
          <a:xfrm>
            <a:off x="1943103" y="1473198"/>
            <a:ext cx="14401794" cy="1955800"/>
          </a:xfrm>
          <a:prstGeom prst="rect">
            <a:avLst/>
          </a:prstGeom>
          <a:gradFill>
            <a:gsLst>
              <a:gs pos="0">
                <a:srgbClr val="DBC4C2"/>
              </a:gs>
              <a:gs pos="100000">
                <a:srgbClr val="B77F7C"/>
              </a:gs>
            </a:gsLst>
            <a:lin ang="5400000" scaled="0"/>
          </a:gradFill>
          <a:ln cap="flat" cmpd="sng" w="9525">
            <a:solidFill>
              <a:schemeClr val="accent4"/>
            </a:solidFill>
            <a:prstDash val="solid"/>
            <a:round/>
            <a:headEnd len="sm" w="sm" type="none"/>
            <a:tailEnd len="sm" w="sm" type="none"/>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11D19"/>
              </a:buClr>
              <a:buSzPct val="100000"/>
              <a:buFont typeface="Garamond"/>
              <a:buNone/>
            </a:pPr>
            <a:r>
              <a:rPr b="1" i="0" lang="en-US" sz="6000" u="none" cap="none" strike="noStrike">
                <a:solidFill>
                  <a:srgbClr val="511D19"/>
                </a:solidFill>
                <a:latin typeface="Garamond"/>
                <a:ea typeface="Garamond"/>
                <a:cs typeface="Garamond"/>
                <a:sym typeface="Garamond"/>
              </a:rPr>
              <a:t>Mathematical Properties of Random Variables</a:t>
            </a:r>
            <a:br>
              <a:rPr b="1" i="0" lang="en-US" sz="6600" u="none" cap="none" strike="noStrike">
                <a:solidFill>
                  <a:srgbClr val="000000"/>
                </a:solidFill>
                <a:latin typeface="Garamond"/>
                <a:ea typeface="Garamond"/>
                <a:cs typeface="Garamond"/>
                <a:sym typeface="Garamond"/>
              </a:rPr>
            </a:br>
            <a:endParaRPr b="0" i="0" sz="6600" u="none" cap="none" strike="noStrike">
              <a:solidFill>
                <a:srgbClr val="000000"/>
              </a:solidFill>
              <a:latin typeface="Garamond"/>
              <a:ea typeface="Garamond"/>
              <a:cs typeface="Garamond"/>
              <a:sym typeface="Garamond"/>
            </a:endParaRPr>
          </a:p>
        </p:txBody>
      </p:sp>
      <p:sp>
        <p:nvSpPr>
          <p:cNvPr id="391" name="Google Shape;391;p36"/>
          <p:cNvSpPr txBox="1"/>
          <p:nvPr>
            <p:ph idx="1" type="body"/>
          </p:nvPr>
        </p:nvSpPr>
        <p:spPr>
          <a:xfrm>
            <a:off x="1943101" y="3835398"/>
            <a:ext cx="14401794" cy="4978404"/>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4140"/>
              <a:buChar char="•"/>
            </a:pPr>
            <a:r>
              <a:rPr b="1" lang="en-US">
                <a:solidFill>
                  <a:srgbClr val="002060"/>
                </a:solidFill>
              </a:rPr>
              <a:t>Expected Value (E[X]):</a:t>
            </a:r>
            <a:br>
              <a:rPr lang="en-US"/>
            </a:br>
            <a:r>
              <a:rPr lang="en-US"/>
              <a:t>The weighted average of all possible values:</a:t>
            </a:r>
            <a:endParaRPr/>
          </a:p>
          <a:p>
            <a:pPr indent="-285750" lvl="0" marL="285750" rtl="0" algn="l">
              <a:spcBef>
                <a:spcPts val="1140"/>
              </a:spcBef>
              <a:spcAft>
                <a:spcPts val="0"/>
              </a:spcAft>
              <a:buSzPts val="3105"/>
              <a:buFont typeface="Noto Sans Symbols"/>
              <a:buChar char="❑"/>
            </a:pPr>
            <a:r>
              <a:rPr b="1" lang="en-US" sz="2700">
                <a:solidFill>
                  <a:srgbClr val="6D3B13"/>
                </a:solidFill>
              </a:rPr>
              <a:t>FOR DISCRETE:</a:t>
            </a:r>
            <a:endParaRPr/>
          </a:p>
          <a:p>
            <a:pPr indent="0" lvl="0" marL="0" rtl="0" algn="l">
              <a:spcBef>
                <a:spcPts val="1320"/>
              </a:spcBef>
              <a:spcAft>
                <a:spcPts val="0"/>
              </a:spcAft>
              <a:buSzPts val="4140"/>
              <a:buNone/>
            </a:pPr>
            <a:r>
              <a:rPr lang="en-US"/>
              <a:t>E[X]=∑ xi . ​P(X=xi​) or</a:t>
            </a:r>
            <a:endParaRPr/>
          </a:p>
          <a:p>
            <a:pPr indent="-285750" lvl="0" marL="285750" rtl="0" algn="l">
              <a:spcBef>
                <a:spcPts val="1140"/>
              </a:spcBef>
              <a:spcAft>
                <a:spcPts val="0"/>
              </a:spcAft>
              <a:buSzPts val="3105"/>
              <a:buFont typeface="Noto Sans Symbols"/>
              <a:buChar char="❑"/>
            </a:pPr>
            <a:r>
              <a:rPr b="1" lang="en-US" sz="2700">
                <a:solidFill>
                  <a:srgbClr val="6D3B13"/>
                </a:solidFill>
              </a:rPr>
              <a:t>FOR CONTINUOUS:</a:t>
            </a:r>
            <a:endParaRPr/>
          </a:p>
          <a:p>
            <a:pPr indent="0" lvl="0" marL="0" rtl="0" algn="l">
              <a:spcBef>
                <a:spcPts val="1320"/>
              </a:spcBef>
              <a:spcAft>
                <a:spcPts val="0"/>
              </a:spcAft>
              <a:buSzPts val="4140"/>
              <a:buNone/>
            </a:pPr>
            <a:r>
              <a:rPr lang="en-US"/>
              <a:t>E[X]=∫−∞∞​ x fX​(x)dx  (Continuous)</a:t>
            </a:r>
            <a:endParaRPr/>
          </a:p>
        </p:txBody>
      </p:sp>
      <p:pic>
        <p:nvPicPr>
          <p:cNvPr descr="Mathematics Logo PNG, Vector, PSD, and Clipart With Transparent Background  for Free Download | Pngtree" id="392" name="Google Shape;392;p36"/>
          <p:cNvPicPr preferRelativeResize="0"/>
          <p:nvPr/>
        </p:nvPicPr>
        <p:blipFill rotWithShape="1">
          <a:blip r:embed="rId3">
            <a:alphaModFix/>
          </a:blip>
          <a:srcRect b="0" l="0" r="0" t="0"/>
          <a:stretch/>
        </p:blipFill>
        <p:spPr>
          <a:xfrm>
            <a:off x="10736931" y="3911859"/>
            <a:ext cx="5541796" cy="4639834"/>
          </a:xfrm>
          <a:prstGeom prst="rect">
            <a:avLst/>
          </a:prstGeom>
          <a:noFill/>
          <a:ln>
            <a:noFill/>
          </a:ln>
          <a:effectLst>
            <a:outerShdw blurRad="190500" rotWithShape="0" algn="tl">
              <a:srgbClr val="000000">
                <a:alpha val="69803"/>
              </a:srgbClr>
            </a:outerShdw>
          </a:effectLst>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7"/>
          <p:cNvSpPr txBox="1"/>
          <p:nvPr>
            <p:ph type="title"/>
          </p:nvPr>
        </p:nvSpPr>
        <p:spPr>
          <a:xfrm>
            <a:off x="1940716" y="2370222"/>
            <a:ext cx="5577682" cy="1564104"/>
          </a:xfrm>
          <a:prstGeom prst="rect">
            <a:avLst/>
          </a:prstGeom>
          <a:gradFill>
            <a:gsLst>
              <a:gs pos="0">
                <a:srgbClr val="DBC4C2"/>
              </a:gs>
              <a:gs pos="100000">
                <a:srgbClr val="B77F7C"/>
              </a:gs>
            </a:gsLst>
            <a:lin ang="5400000" scaled="0"/>
          </a:gradFill>
          <a:ln cap="flat" cmpd="sng" w="9525">
            <a:solidFill>
              <a:schemeClr val="accent4"/>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Clr>
                <a:srgbClr val="511D19"/>
              </a:buClr>
              <a:buSzPts val="4800"/>
              <a:buFont typeface="Garamond"/>
              <a:buNone/>
            </a:pPr>
            <a:r>
              <a:rPr b="1" i="0" lang="en-US" sz="4800" u="none" cap="none" strike="noStrike">
                <a:solidFill>
                  <a:srgbClr val="511D19"/>
                </a:solidFill>
                <a:latin typeface="Garamond"/>
                <a:ea typeface="Garamond"/>
                <a:cs typeface="Garamond"/>
                <a:sym typeface="Garamond"/>
              </a:rPr>
              <a:t>Applications of Random Variables</a:t>
            </a:r>
            <a:endParaRPr b="0" i="0" sz="4800" u="none" cap="none" strike="noStrike">
              <a:solidFill>
                <a:srgbClr val="000000"/>
              </a:solidFill>
              <a:latin typeface="Garamond"/>
              <a:ea typeface="Garamond"/>
              <a:cs typeface="Garamond"/>
              <a:sym typeface="Garamond"/>
            </a:endParaRPr>
          </a:p>
        </p:txBody>
      </p:sp>
      <p:sp>
        <p:nvSpPr>
          <p:cNvPr id="398" name="Google Shape;398;p37"/>
          <p:cNvSpPr txBox="1"/>
          <p:nvPr>
            <p:ph idx="1" type="body"/>
          </p:nvPr>
        </p:nvSpPr>
        <p:spPr>
          <a:xfrm>
            <a:off x="8128002" y="1509291"/>
            <a:ext cx="8204199" cy="7340602"/>
          </a:xfrm>
          <a:prstGeom prst="rect">
            <a:avLst/>
          </a:prstGeom>
          <a:gradFill>
            <a:gsLst>
              <a:gs pos="0">
                <a:srgbClr val="B8B8B8"/>
              </a:gs>
              <a:gs pos="100000">
                <a:srgbClr val="757575"/>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rmAutofit fontScale="55000" lnSpcReduction="20000"/>
          </a:bodyPr>
          <a:lstStyle/>
          <a:p>
            <a:pPr indent="-68865" lvl="0" marL="285750" rtl="0" algn="l">
              <a:spcBef>
                <a:spcPts val="0"/>
              </a:spcBef>
              <a:spcAft>
                <a:spcPts val="0"/>
              </a:spcAft>
              <a:buSzPct val="115000"/>
              <a:buNone/>
            </a:pPr>
            <a:r>
              <a:t/>
            </a:r>
            <a:endParaRPr b="1" i="0" sz="5400" u="none" cap="none" strike="noStrike">
              <a:solidFill>
                <a:srgbClr val="0C0C0C"/>
              </a:solidFill>
              <a:latin typeface="Garamond"/>
              <a:ea typeface="Garamond"/>
              <a:cs typeface="Garamond"/>
              <a:sym typeface="Garamond"/>
            </a:endParaRPr>
          </a:p>
          <a:p>
            <a:pPr indent="-307252" lvl="0" marL="285750" rtl="0" algn="l">
              <a:spcBef>
                <a:spcPts val="1441"/>
              </a:spcBef>
              <a:spcAft>
                <a:spcPts val="0"/>
              </a:spcAft>
              <a:buSzPct val="115000"/>
              <a:buChar char="•"/>
            </a:pPr>
            <a:r>
              <a:rPr b="1" i="0" lang="en-US" sz="7650" u="none" cap="none" strike="noStrike">
                <a:solidFill>
                  <a:srgbClr val="002060"/>
                </a:solidFill>
                <a:latin typeface="Garamond"/>
                <a:ea typeface="Garamond"/>
                <a:cs typeface="Garamond"/>
                <a:sym typeface="Garamond"/>
              </a:rPr>
              <a:t>Insurance:</a:t>
            </a:r>
            <a:endParaRPr/>
          </a:p>
          <a:p>
            <a:pPr indent="-285786" lvl="1" marL="742950" marR="0" rtl="0" algn="l">
              <a:spcBef>
                <a:spcPts val="1144"/>
              </a:spcBef>
              <a:spcAft>
                <a:spcPts val="0"/>
              </a:spcAft>
              <a:buClr>
                <a:schemeClr val="accent1"/>
              </a:buClr>
              <a:buSzPct val="115000"/>
              <a:buFont typeface="Arial"/>
              <a:buChar char="•"/>
            </a:pPr>
            <a:r>
              <a:rPr b="0" i="0" lang="en-US" sz="4950" u="none" cap="none" strike="noStrike">
                <a:solidFill>
                  <a:srgbClr val="000000"/>
                </a:solidFill>
                <a:latin typeface="Garamond"/>
                <a:ea typeface="Garamond"/>
                <a:cs typeface="Garamond"/>
                <a:sym typeface="Garamond"/>
              </a:rPr>
              <a:t>Random variables like life expectancy and accident probabilities help calculate insurance premiums.</a:t>
            </a:r>
            <a:endParaRPr/>
          </a:p>
          <a:p>
            <a:pPr indent="-307252" lvl="0" marL="285750" rtl="0" algn="l">
              <a:spcBef>
                <a:spcPts val="1441"/>
              </a:spcBef>
              <a:spcAft>
                <a:spcPts val="0"/>
              </a:spcAft>
              <a:buSzPct val="115000"/>
              <a:buChar char="•"/>
            </a:pPr>
            <a:r>
              <a:rPr b="1" i="0" lang="en-US" sz="7650" u="none" cap="none" strike="noStrike">
                <a:solidFill>
                  <a:srgbClr val="002060"/>
                </a:solidFill>
                <a:latin typeface="Garamond"/>
                <a:ea typeface="Garamond"/>
                <a:cs typeface="Garamond"/>
                <a:sym typeface="Garamond"/>
              </a:rPr>
              <a:t>Finance:</a:t>
            </a:r>
            <a:endParaRPr b="0" i="0" sz="7650" u="none" cap="none" strike="noStrike">
              <a:solidFill>
                <a:srgbClr val="002060"/>
              </a:solidFill>
              <a:latin typeface="Garamond"/>
              <a:ea typeface="Garamond"/>
              <a:cs typeface="Garamond"/>
              <a:sym typeface="Garamond"/>
            </a:endParaRPr>
          </a:p>
          <a:p>
            <a:pPr indent="-285786" lvl="1" marL="742950" marR="0" rtl="0" algn="l">
              <a:spcBef>
                <a:spcPts val="1144"/>
              </a:spcBef>
              <a:spcAft>
                <a:spcPts val="0"/>
              </a:spcAft>
              <a:buClr>
                <a:schemeClr val="accent1"/>
              </a:buClr>
              <a:buSzPct val="115000"/>
              <a:buFont typeface="Arial"/>
              <a:buChar char="•"/>
            </a:pPr>
            <a:r>
              <a:rPr b="0" i="0" lang="en-US" sz="4950" u="none" cap="none" strike="noStrike">
                <a:solidFill>
                  <a:srgbClr val="000000"/>
                </a:solidFill>
                <a:latin typeface="Garamond"/>
                <a:ea typeface="Garamond"/>
                <a:cs typeface="Garamond"/>
                <a:sym typeface="Garamond"/>
              </a:rPr>
              <a:t>Stock price changes, portfolio returns, and risks are modeled using random variables.</a:t>
            </a:r>
            <a:endParaRPr/>
          </a:p>
          <a:p>
            <a:pPr indent="-307252" lvl="0" marL="285750" rtl="0" algn="l">
              <a:spcBef>
                <a:spcPts val="1441"/>
              </a:spcBef>
              <a:spcAft>
                <a:spcPts val="0"/>
              </a:spcAft>
              <a:buSzPct val="115000"/>
              <a:buChar char="•"/>
            </a:pPr>
            <a:r>
              <a:rPr b="1" i="0" lang="en-US" sz="7650" u="none" cap="none" strike="noStrike">
                <a:solidFill>
                  <a:srgbClr val="002060"/>
                </a:solidFill>
                <a:latin typeface="Garamond"/>
                <a:ea typeface="Garamond"/>
                <a:cs typeface="Garamond"/>
                <a:sym typeface="Garamond"/>
              </a:rPr>
              <a:t>Weather Forecasting:</a:t>
            </a:r>
            <a:endParaRPr b="0" i="0" sz="7650" u="none" cap="none" strike="noStrike">
              <a:solidFill>
                <a:srgbClr val="002060"/>
              </a:solidFill>
              <a:latin typeface="Garamond"/>
              <a:ea typeface="Garamond"/>
              <a:cs typeface="Garamond"/>
              <a:sym typeface="Garamond"/>
            </a:endParaRPr>
          </a:p>
          <a:p>
            <a:pPr indent="-285786" lvl="1" marL="742950" marR="0" rtl="0" algn="l">
              <a:spcBef>
                <a:spcPts val="1144"/>
              </a:spcBef>
              <a:spcAft>
                <a:spcPts val="0"/>
              </a:spcAft>
              <a:buClr>
                <a:schemeClr val="accent1"/>
              </a:buClr>
              <a:buSzPct val="115000"/>
              <a:buFont typeface="Arial"/>
              <a:buChar char="•"/>
            </a:pPr>
            <a:r>
              <a:rPr b="0" i="0" lang="en-US" sz="4950" u="none" cap="none" strike="noStrike">
                <a:solidFill>
                  <a:srgbClr val="000000"/>
                </a:solidFill>
                <a:latin typeface="Garamond"/>
                <a:ea typeface="Garamond"/>
                <a:cs typeface="Garamond"/>
                <a:sym typeface="Garamond"/>
              </a:rPr>
              <a:t>Predicting the temperature, precipitation, and storm likelihood uses random variables to model uncertainty.</a:t>
            </a:r>
            <a:endParaRPr/>
          </a:p>
          <a:p>
            <a:pPr indent="-307252" lvl="0" marL="285750" rtl="0" algn="l">
              <a:spcBef>
                <a:spcPts val="1441"/>
              </a:spcBef>
              <a:spcAft>
                <a:spcPts val="0"/>
              </a:spcAft>
              <a:buSzPct val="115000"/>
              <a:buChar char="•"/>
            </a:pPr>
            <a:r>
              <a:rPr b="1" i="0" lang="en-US" sz="7650" u="none" cap="none" strike="noStrike">
                <a:solidFill>
                  <a:srgbClr val="002060"/>
                </a:solidFill>
                <a:latin typeface="Garamond"/>
                <a:ea typeface="Garamond"/>
                <a:cs typeface="Garamond"/>
                <a:sym typeface="Garamond"/>
              </a:rPr>
              <a:t>Gaming:</a:t>
            </a:r>
            <a:endParaRPr b="0" i="0" sz="7650" u="none" cap="none" strike="noStrike">
              <a:solidFill>
                <a:srgbClr val="002060"/>
              </a:solidFill>
              <a:latin typeface="Garamond"/>
              <a:ea typeface="Garamond"/>
              <a:cs typeface="Garamond"/>
              <a:sym typeface="Garamond"/>
            </a:endParaRPr>
          </a:p>
          <a:p>
            <a:pPr indent="-285786" lvl="1" marL="742950" marR="0" rtl="0" algn="l">
              <a:spcBef>
                <a:spcPts val="1144"/>
              </a:spcBef>
              <a:spcAft>
                <a:spcPts val="0"/>
              </a:spcAft>
              <a:buClr>
                <a:schemeClr val="accent1"/>
              </a:buClr>
              <a:buSzPct val="115000"/>
              <a:buFont typeface="Arial"/>
              <a:buChar char="•"/>
            </a:pPr>
            <a:r>
              <a:rPr b="0" i="0" lang="en-US" sz="4950" u="none" cap="none" strike="noStrike">
                <a:solidFill>
                  <a:srgbClr val="000000"/>
                </a:solidFill>
                <a:latin typeface="Garamond"/>
                <a:ea typeface="Garamond"/>
                <a:cs typeface="Garamond"/>
                <a:sym typeface="Garamond"/>
              </a:rPr>
              <a:t>Dice rolls, card shuffling, and random number generation are all modeled using discrete random variables.</a:t>
            </a:r>
            <a:endParaRPr/>
          </a:p>
          <a:p>
            <a:pPr indent="-141160" lvl="0" marL="285750" rtl="0" algn="l">
              <a:spcBef>
                <a:spcPts val="996"/>
              </a:spcBef>
              <a:spcAft>
                <a:spcPts val="0"/>
              </a:spcAft>
              <a:buSzPct val="115000"/>
              <a:buNone/>
            </a:pPr>
            <a:r>
              <a:t/>
            </a:r>
            <a:endParaRPr b="0" i="0" sz="3600" u="none" cap="none" strike="noStrike">
              <a:solidFill>
                <a:srgbClr val="000000"/>
              </a:solidFill>
              <a:latin typeface="Garamond"/>
              <a:ea typeface="Garamond"/>
              <a:cs typeface="Garamond"/>
              <a:sym typeface="Garamond"/>
            </a:endParaRPr>
          </a:p>
        </p:txBody>
      </p:sp>
      <p:sp>
        <p:nvSpPr>
          <p:cNvPr id="399" name="Google Shape;399;p37"/>
          <p:cNvSpPr txBox="1"/>
          <p:nvPr>
            <p:ph idx="2" type="body"/>
          </p:nvPr>
        </p:nvSpPr>
        <p:spPr>
          <a:xfrm>
            <a:off x="1940716" y="4546597"/>
            <a:ext cx="5577682" cy="3657606"/>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2760"/>
              <a:buNone/>
            </a:pPr>
            <a:r>
              <a:t/>
            </a:r>
            <a:endParaRPr/>
          </a:p>
        </p:txBody>
      </p:sp>
      <p:sp>
        <p:nvSpPr>
          <p:cNvPr descr="LOGO Design For DAILYLIFE Minimalistic Nomad Symbol for the Travel Industry  | AI Logo Maker" id="400" name="Google Shape;400;p37"/>
          <p:cNvSpPr/>
          <p:nvPr/>
        </p:nvSpPr>
        <p:spPr>
          <a:xfrm>
            <a:off x="233362" y="-216694"/>
            <a:ext cx="457200" cy="4572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dk1"/>
              </a:solidFill>
              <a:latin typeface="Garamond"/>
              <a:ea typeface="Garamond"/>
              <a:cs typeface="Garamond"/>
              <a:sym typeface="Garamond"/>
            </a:endParaRPr>
          </a:p>
        </p:txBody>
      </p:sp>
      <p:sp>
        <p:nvSpPr>
          <p:cNvPr descr="LOGO Design For DAILYLIFE Minimalistic Nomad Symbol for the Travel Industry  | AI Logo Maker" id="401" name="Google Shape;401;p37"/>
          <p:cNvSpPr/>
          <p:nvPr/>
        </p:nvSpPr>
        <p:spPr>
          <a:xfrm>
            <a:off x="461962" y="11905"/>
            <a:ext cx="457200" cy="4572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dk1"/>
              </a:solidFill>
              <a:latin typeface="Garamond"/>
              <a:ea typeface="Garamond"/>
              <a:cs typeface="Garamond"/>
              <a:sym typeface="Garamond"/>
            </a:endParaRPr>
          </a:p>
        </p:txBody>
      </p:sp>
      <p:sp>
        <p:nvSpPr>
          <p:cNvPr descr="LOGO Design For DAILYLIFE Minimalistic Nomad Symbol for the Travel Industry  | AI Logo Maker" id="402" name="Google Shape;402;p37"/>
          <p:cNvSpPr/>
          <p:nvPr/>
        </p:nvSpPr>
        <p:spPr>
          <a:xfrm>
            <a:off x="690562" y="240505"/>
            <a:ext cx="457200" cy="4572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dk1"/>
              </a:solidFill>
              <a:latin typeface="Garamond"/>
              <a:ea typeface="Garamond"/>
              <a:cs typeface="Garamond"/>
              <a:sym typeface="Garamond"/>
            </a:endParaRPr>
          </a:p>
        </p:txBody>
      </p:sp>
      <p:sp>
        <p:nvSpPr>
          <p:cNvPr descr="LOGO Design For DAILYLIFE Minimalistic Nomad Symbol for the Travel Industry  | AI Logo Maker" id="403" name="Google Shape;403;p37"/>
          <p:cNvSpPr/>
          <p:nvPr/>
        </p:nvSpPr>
        <p:spPr>
          <a:xfrm>
            <a:off x="919162" y="469105"/>
            <a:ext cx="457200" cy="4572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dk1"/>
              </a:solidFill>
              <a:latin typeface="Garamond"/>
              <a:ea typeface="Garamond"/>
              <a:cs typeface="Garamond"/>
              <a:sym typeface="Garamond"/>
            </a:endParaRPr>
          </a:p>
        </p:txBody>
      </p:sp>
      <p:pic>
        <p:nvPicPr>
          <p:cNvPr id="404" name="Google Shape;404;p37"/>
          <p:cNvPicPr preferRelativeResize="0"/>
          <p:nvPr/>
        </p:nvPicPr>
        <p:blipFill rotWithShape="1">
          <a:blip r:embed="rId3">
            <a:alphaModFix/>
          </a:blip>
          <a:srcRect b="0" l="0" r="0" t="0"/>
          <a:stretch/>
        </p:blipFill>
        <p:spPr>
          <a:xfrm>
            <a:off x="1925052" y="4247701"/>
            <a:ext cx="5582653" cy="3933769"/>
          </a:xfrm>
          <a:prstGeom prst="rect">
            <a:avLst/>
          </a:prstGeom>
          <a:noFill/>
          <a:ln cap="sq" cmpd="thickThin" w="88900">
            <a:solidFill>
              <a:srgbClr val="000000"/>
            </a:solidFill>
            <a:prstDash val="solid"/>
            <a:miter lim="800000"/>
            <a:headEnd len="sm" w="sm" type="none"/>
            <a:tailEnd len="sm" w="sm" type="none"/>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8"/>
          <p:cNvSpPr txBox="1"/>
          <p:nvPr>
            <p:ph type="title"/>
          </p:nvPr>
        </p:nvSpPr>
        <p:spPr>
          <a:xfrm>
            <a:off x="7615989" y="1483227"/>
            <a:ext cx="8891337" cy="1536699"/>
          </a:xfrm>
          <a:prstGeom prst="rect">
            <a:avLst/>
          </a:prstGeom>
          <a:gradFill>
            <a:gsLst>
              <a:gs pos="0">
                <a:srgbClr val="DBC4C2"/>
              </a:gs>
              <a:gs pos="100000">
                <a:srgbClr val="B77F7C"/>
              </a:gs>
            </a:gsLst>
            <a:lin ang="5400000" scaled="0"/>
          </a:gradFill>
          <a:ln cap="flat" cmpd="sng" w="9525">
            <a:solidFill>
              <a:schemeClr val="accent4"/>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Clr>
                <a:srgbClr val="511D19"/>
              </a:buClr>
              <a:buSzPts val="4800"/>
              <a:buFont typeface="Garamond"/>
              <a:buNone/>
            </a:pPr>
            <a:r>
              <a:rPr b="1" i="0" lang="en-US" sz="4800" u="none" cap="none" strike="noStrike">
                <a:solidFill>
                  <a:srgbClr val="511D19"/>
                </a:solidFill>
                <a:latin typeface="Garamond"/>
                <a:ea typeface="Garamond"/>
                <a:cs typeface="Garamond"/>
                <a:sym typeface="Garamond"/>
              </a:rPr>
              <a:t>Python Code Example: </a:t>
            </a:r>
            <a:br>
              <a:rPr b="1" i="0" lang="en-US" sz="4800" u="none" cap="none" strike="noStrike">
                <a:solidFill>
                  <a:srgbClr val="511D19"/>
                </a:solidFill>
                <a:latin typeface="Garamond"/>
                <a:ea typeface="Garamond"/>
                <a:cs typeface="Garamond"/>
                <a:sym typeface="Garamond"/>
              </a:rPr>
            </a:br>
            <a:r>
              <a:rPr b="0" i="0" lang="en-US" sz="5400" u="none" cap="none" strike="noStrike">
                <a:solidFill>
                  <a:srgbClr val="002060"/>
                </a:solidFill>
                <a:latin typeface="Garamond"/>
                <a:ea typeface="Garamond"/>
                <a:cs typeface="Garamond"/>
                <a:sym typeface="Garamond"/>
              </a:rPr>
              <a:t>Discrete Random Variable</a:t>
            </a:r>
            <a:endParaRPr b="0" i="0" sz="5400" u="none" cap="none" strike="noStrike">
              <a:solidFill>
                <a:srgbClr val="000000"/>
              </a:solidFill>
              <a:latin typeface="Garamond"/>
              <a:ea typeface="Garamond"/>
              <a:cs typeface="Garamond"/>
              <a:sym typeface="Garamond"/>
            </a:endParaRPr>
          </a:p>
        </p:txBody>
      </p:sp>
      <p:sp>
        <p:nvSpPr>
          <p:cNvPr id="410" name="Google Shape;410;p38"/>
          <p:cNvSpPr/>
          <p:nvPr>
            <p:ph idx="2" type="pic"/>
          </p:nvPr>
        </p:nvSpPr>
        <p:spPr>
          <a:xfrm>
            <a:off x="1181478" y="1405690"/>
            <a:ext cx="5905122" cy="7162800"/>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411" name="Google Shape;411;p38"/>
          <p:cNvSpPr txBox="1"/>
          <p:nvPr>
            <p:ph idx="1" type="body"/>
          </p:nvPr>
        </p:nvSpPr>
        <p:spPr>
          <a:xfrm>
            <a:off x="7640052" y="3332748"/>
            <a:ext cx="5293896" cy="5125450"/>
          </a:xfrm>
          <a:prstGeom prst="rect">
            <a:avLst/>
          </a:prstGeom>
          <a:gradFill>
            <a:gsLst>
              <a:gs pos="0">
                <a:srgbClr val="B8B8B8"/>
              </a:gs>
              <a:gs pos="100000">
                <a:srgbClr val="757575"/>
              </a:gs>
            </a:gsLst>
            <a:lin ang="540000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rtl="0" algn="ctr">
              <a:spcBef>
                <a:spcPts val="0"/>
              </a:spcBef>
              <a:spcAft>
                <a:spcPts val="0"/>
              </a:spcAft>
              <a:buSzPts val="4830"/>
              <a:buNone/>
            </a:pPr>
            <a:r>
              <a:rPr b="0" i="0" lang="en-US" sz="4200" u="none" cap="none" strike="noStrike">
                <a:solidFill>
                  <a:srgbClr val="002060"/>
                </a:solidFill>
                <a:latin typeface="Garamond"/>
                <a:ea typeface="Garamond"/>
                <a:cs typeface="Garamond"/>
                <a:sym typeface="Garamond"/>
              </a:rPr>
              <a:t>Lets Consider a Code Example in Python language to calculate mean and variance and then plot the PMF which is shown as graph.</a:t>
            </a:r>
            <a:endParaRPr/>
          </a:p>
          <a:p>
            <a:pPr indent="0" lvl="0" marL="0" rtl="0" algn="ctr">
              <a:spcBef>
                <a:spcPts val="1080"/>
              </a:spcBef>
              <a:spcAft>
                <a:spcPts val="0"/>
              </a:spcAft>
              <a:buSzPts val="2760"/>
              <a:buNone/>
            </a:pPr>
            <a:r>
              <a:t/>
            </a:r>
            <a:endParaRPr b="0" i="0" sz="2400" u="none" cap="none" strike="noStrike">
              <a:solidFill>
                <a:srgbClr val="002060"/>
              </a:solidFill>
              <a:latin typeface="Garamond"/>
              <a:ea typeface="Garamond"/>
              <a:cs typeface="Garamond"/>
              <a:sym typeface="Garamond"/>
            </a:endParaRPr>
          </a:p>
        </p:txBody>
      </p:sp>
      <p:pic>
        <p:nvPicPr>
          <p:cNvPr descr="alrightcoders" id="412" name="Google Shape;412;p38"/>
          <p:cNvPicPr preferRelativeResize="0"/>
          <p:nvPr/>
        </p:nvPicPr>
        <p:blipFill rotWithShape="1">
          <a:blip r:embed="rId3">
            <a:alphaModFix/>
          </a:blip>
          <a:srcRect b="0" l="0" r="0" t="0"/>
          <a:stretch/>
        </p:blipFill>
        <p:spPr>
          <a:xfrm>
            <a:off x="1376122" y="1483227"/>
            <a:ext cx="5566101" cy="6974971"/>
          </a:xfrm>
          <a:prstGeom prst="rect">
            <a:avLst/>
          </a:prstGeom>
          <a:noFill/>
          <a:ln>
            <a:noFill/>
          </a:ln>
        </p:spPr>
      </p:pic>
      <p:pic>
        <p:nvPicPr>
          <p:cNvPr descr="Programming Developer Coding Cat Sticker | Coding" id="413" name="Google Shape;413;p38"/>
          <p:cNvPicPr preferRelativeResize="0"/>
          <p:nvPr/>
        </p:nvPicPr>
        <p:blipFill rotWithShape="1">
          <a:blip r:embed="rId4">
            <a:alphaModFix/>
          </a:blip>
          <a:srcRect b="0" l="0" r="0" t="0"/>
          <a:stretch/>
        </p:blipFill>
        <p:spPr>
          <a:xfrm>
            <a:off x="13179342" y="3428997"/>
            <a:ext cx="3715921" cy="4908886"/>
          </a:xfrm>
          <a:prstGeom prst="rect">
            <a:avLst/>
          </a:prstGeom>
          <a:noFill/>
          <a:ln cap="sq" cmpd="thickThin" w="88900">
            <a:solidFill>
              <a:srgbClr val="000000"/>
            </a:solidFill>
            <a:prstDash val="solid"/>
            <a:miter lim="800000"/>
            <a:headEnd len="sm" w="sm" type="none"/>
            <a:tailEnd len="sm" w="sm" type="none"/>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id="418" name="Google Shape;418;p39"/>
          <p:cNvPicPr preferRelativeResize="0"/>
          <p:nvPr/>
        </p:nvPicPr>
        <p:blipFill rotWithShape="1">
          <a:blip r:embed="rId3">
            <a:alphaModFix/>
          </a:blip>
          <a:srcRect b="0" l="0" r="0" t="0"/>
          <a:stretch/>
        </p:blipFill>
        <p:spPr>
          <a:xfrm>
            <a:off x="4191754" y="1287379"/>
            <a:ext cx="12568234" cy="7700209"/>
          </a:xfrm>
          <a:prstGeom prst="rect">
            <a:avLst/>
          </a:prstGeom>
          <a:noFill/>
          <a:ln cap="sq" cmpd="sng" w="127000">
            <a:solidFill>
              <a:srgbClr val="000000"/>
            </a:solidFill>
            <a:prstDash val="solid"/>
            <a:miter lim="800000"/>
            <a:headEnd len="sm" w="sm" type="none"/>
            <a:tailEnd len="sm" w="sm" type="none"/>
          </a:ln>
          <a:effectLst>
            <a:outerShdw blurRad="57150" rotWithShape="0" algn="tl" dir="2700000" dist="50800">
              <a:srgbClr val="000000">
                <a:alpha val="40000"/>
              </a:srgbClr>
            </a:outerShdw>
          </a:effectLst>
        </p:spPr>
      </p:pic>
      <p:sp>
        <p:nvSpPr>
          <p:cNvPr descr="688,500+ Code Stock Photos, Pictures ..." id="419" name="Google Shape;419;p39"/>
          <p:cNvSpPr/>
          <p:nvPr/>
        </p:nvSpPr>
        <p:spPr>
          <a:xfrm>
            <a:off x="233362" y="-216694"/>
            <a:ext cx="457200" cy="4572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dk1"/>
              </a:solidFill>
              <a:latin typeface="Garamond"/>
              <a:ea typeface="Garamond"/>
              <a:cs typeface="Garamond"/>
              <a:sym typeface="Garamond"/>
            </a:endParaRPr>
          </a:p>
        </p:txBody>
      </p:sp>
      <p:sp>
        <p:nvSpPr>
          <p:cNvPr descr="688,500+ Code Stock Photos, Pictures ..." id="420" name="Google Shape;420;p39"/>
          <p:cNvSpPr/>
          <p:nvPr/>
        </p:nvSpPr>
        <p:spPr>
          <a:xfrm>
            <a:off x="461962" y="11905"/>
            <a:ext cx="457200" cy="4572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dk1"/>
              </a:solidFill>
              <a:latin typeface="Garamond"/>
              <a:ea typeface="Garamond"/>
              <a:cs typeface="Garamond"/>
              <a:sym typeface="Garamond"/>
            </a:endParaRPr>
          </a:p>
        </p:txBody>
      </p:sp>
      <p:sp>
        <p:nvSpPr>
          <p:cNvPr descr="motivation quote Vector Image" id="421" name="Google Shape;421;p39"/>
          <p:cNvSpPr/>
          <p:nvPr/>
        </p:nvSpPr>
        <p:spPr>
          <a:xfrm>
            <a:off x="690562" y="240505"/>
            <a:ext cx="457200" cy="4572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dk1"/>
              </a:solidFill>
              <a:latin typeface="Garamond"/>
              <a:ea typeface="Garamond"/>
              <a:cs typeface="Garamond"/>
              <a:sym typeface="Garamond"/>
            </a:endParaRPr>
          </a:p>
        </p:txBody>
      </p:sp>
      <p:sp>
        <p:nvSpPr>
          <p:cNvPr descr="motivation quote Vector Image" id="422" name="Google Shape;422;p39"/>
          <p:cNvSpPr/>
          <p:nvPr/>
        </p:nvSpPr>
        <p:spPr>
          <a:xfrm>
            <a:off x="919162" y="469105"/>
            <a:ext cx="457200" cy="4572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dk1"/>
              </a:solidFill>
              <a:latin typeface="Garamond"/>
              <a:ea typeface="Garamond"/>
              <a:cs typeface="Garamond"/>
              <a:sym typeface="Garamond"/>
            </a:endParaRPr>
          </a:p>
        </p:txBody>
      </p:sp>
      <p:sp>
        <p:nvSpPr>
          <p:cNvPr descr="Here we go Stock Photos, Royalty Free Here we go Images | Depositphotos" id="423" name="Google Shape;423;p39"/>
          <p:cNvSpPr/>
          <p:nvPr/>
        </p:nvSpPr>
        <p:spPr>
          <a:xfrm>
            <a:off x="1147762" y="697705"/>
            <a:ext cx="457200" cy="4572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chemeClr val="dk1"/>
              </a:solidFill>
              <a:latin typeface="Garamond"/>
              <a:ea typeface="Garamond"/>
              <a:cs typeface="Garamond"/>
              <a:sym typeface="Garamond"/>
            </a:endParaRPr>
          </a:p>
        </p:txBody>
      </p:sp>
      <p:pic>
        <p:nvPicPr>
          <p:cNvPr id="424" name="Google Shape;424;p39"/>
          <p:cNvPicPr preferRelativeResize="0"/>
          <p:nvPr/>
        </p:nvPicPr>
        <p:blipFill rotWithShape="1">
          <a:blip r:embed="rId4">
            <a:alphaModFix/>
          </a:blip>
          <a:srcRect b="0" l="0" r="0" t="0"/>
          <a:stretch/>
        </p:blipFill>
        <p:spPr>
          <a:xfrm>
            <a:off x="1147762" y="1287379"/>
            <a:ext cx="2557963" cy="7628143"/>
          </a:xfrm>
          <a:prstGeom prst="rect">
            <a:avLst/>
          </a:prstGeom>
          <a:noFill/>
          <a:ln cap="sq" cmpd="sng" w="127000">
            <a:solidFill>
              <a:srgbClr val="000000"/>
            </a:solidFill>
            <a:prstDash val="solid"/>
            <a:miter lim="800000"/>
            <a:headEnd len="sm" w="sm" type="none"/>
            <a:tailEnd len="sm" w="sm" type="none"/>
          </a:ln>
          <a:effectLst>
            <a:outerShdw blurRad="57150" rotWithShape="0" algn="tl" dir="2700000" dist="50800">
              <a:srgbClr val="000000">
                <a:alpha val="40000"/>
              </a:srgbClr>
            </a:outerShdw>
          </a:effectLst>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pic>
        <p:nvPicPr>
          <p:cNvPr descr="Lets Understand on X: &quot;A New Journey Begins 😊 #YouTube #YouTuber  #OK_Lets_Stand #New #Passion https://t.co/EpQ98YM0Lg&quot; / X" id="429" name="Google Shape;429;p40"/>
          <p:cNvPicPr preferRelativeResize="0"/>
          <p:nvPr/>
        </p:nvPicPr>
        <p:blipFill rotWithShape="1">
          <a:blip r:embed="rId3">
            <a:alphaModFix/>
          </a:blip>
          <a:srcRect b="0" l="0" r="0" t="0"/>
          <a:stretch/>
        </p:blipFill>
        <p:spPr>
          <a:xfrm>
            <a:off x="1412458" y="1069938"/>
            <a:ext cx="7478878" cy="7799466"/>
          </a:xfrm>
          <a:prstGeom prst="rect">
            <a:avLst/>
          </a:prstGeom>
          <a:noFill/>
          <a:ln>
            <a:noFill/>
          </a:ln>
        </p:spPr>
      </p:pic>
      <p:pic>
        <p:nvPicPr>
          <p:cNvPr descr="Code Logo&quot; Images – Browse 237 Stock Photos, Vectors, and Video | Adobe  Stock" id="430" name="Google Shape;430;p40"/>
          <p:cNvPicPr preferRelativeResize="0"/>
          <p:nvPr/>
        </p:nvPicPr>
        <p:blipFill rotWithShape="1">
          <a:blip r:embed="rId4">
            <a:alphaModFix/>
          </a:blip>
          <a:srcRect b="0" l="0" r="0" t="0"/>
          <a:stretch/>
        </p:blipFill>
        <p:spPr>
          <a:xfrm>
            <a:off x="9877926" y="1877554"/>
            <a:ext cx="6184231" cy="6184233"/>
          </a:xfrm>
          <a:prstGeom prst="rect">
            <a:avLst/>
          </a:prstGeom>
          <a:noFill/>
          <a:ln cap="sq" cmpd="sng" w="127000">
            <a:solidFill>
              <a:srgbClr val="000000"/>
            </a:solidFill>
            <a:prstDash val="solid"/>
            <a:miter lim="800000"/>
            <a:headEnd len="sm" w="sm" type="none"/>
            <a:tailEnd len="sm" w="sm" type="none"/>
          </a:ln>
          <a:effectLst>
            <a:outerShdw blurRad="57150" rotWithShape="0" algn="tl" dir="2700000" dist="50800">
              <a:srgbClr val="000000">
                <a:alpha val="40000"/>
              </a:srgbClr>
            </a:outerShdw>
          </a:effectLst>
        </p:spPr>
      </p:pic>
      <p:sp>
        <p:nvSpPr>
          <p:cNvPr id="431" name="Google Shape;431;p40"/>
          <p:cNvSpPr/>
          <p:nvPr/>
        </p:nvSpPr>
        <p:spPr>
          <a:xfrm>
            <a:off x="8115300" y="3366696"/>
            <a:ext cx="3019926" cy="2635704"/>
          </a:xfrm>
          <a:prstGeom prst="rightArrow">
            <a:avLst>
              <a:gd fmla="val 50000" name="adj1"/>
              <a:gd fmla="val 50000" name="adj2"/>
            </a:avLst>
          </a:prstGeom>
          <a:blipFill rotWithShape="1">
            <a:blip r:embed="rId5">
              <a:alphaModFix/>
            </a:blip>
            <a:tile algn="tl" flip="none" tx="0" sx="100000" ty="0" sy="100000"/>
          </a:blip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rgbClr val="FFFFFF"/>
              </a:solidFill>
              <a:latin typeface="Garamond"/>
              <a:ea typeface="Garamond"/>
              <a:cs typeface="Garamond"/>
              <a:sym typeface="Garamo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1"/>
          <p:cNvSpPr txBox="1"/>
          <p:nvPr>
            <p:ph type="title"/>
          </p:nvPr>
        </p:nvSpPr>
        <p:spPr>
          <a:xfrm>
            <a:off x="1967161" y="1251283"/>
            <a:ext cx="9362724" cy="986590"/>
          </a:xfrm>
          <a:prstGeom prst="rect">
            <a:avLst/>
          </a:prstGeom>
          <a:blipFill rotWithShape="1">
            <a:blip r:embed="rId3">
              <a:alphaModFix/>
            </a:blip>
            <a:tile algn="tl" flip="none" tx="0" sx="100000" ty="0" sy="100000"/>
          </a:blipFill>
          <a:ln>
            <a:noFill/>
          </a:ln>
        </p:spPr>
        <p:txBody>
          <a:bodyPr anchorCtr="0" anchor="b" bIns="45700" lIns="91425" spcFirstLastPara="1" rIns="91425" wrap="square" tIns="45700">
            <a:normAutofit/>
          </a:bodyPr>
          <a:lstStyle/>
          <a:p>
            <a:pPr indent="0" lvl="0" marL="0" rtl="0" algn="ctr">
              <a:spcBef>
                <a:spcPts val="0"/>
              </a:spcBef>
              <a:spcAft>
                <a:spcPts val="0"/>
              </a:spcAft>
              <a:buClr>
                <a:srgbClr val="FFFFFF"/>
              </a:buClr>
              <a:buSzPts val="4200"/>
              <a:buFont typeface="Garamond"/>
              <a:buNone/>
            </a:pPr>
            <a:r>
              <a:rPr b="1" i="0" lang="en-US" sz="4200" u="none" cap="none" strike="noStrike">
                <a:solidFill>
                  <a:srgbClr val="FFFFFF"/>
                </a:solidFill>
                <a:latin typeface="Garamond"/>
                <a:ea typeface="Garamond"/>
                <a:cs typeface="Garamond"/>
                <a:sym typeface="Garamond"/>
              </a:rPr>
              <a:t>WHAT WE DID IN OUR CODE?</a:t>
            </a:r>
            <a:endParaRPr/>
          </a:p>
        </p:txBody>
      </p:sp>
      <p:sp>
        <p:nvSpPr>
          <p:cNvPr id="437" name="Google Shape;437;p41"/>
          <p:cNvSpPr txBox="1"/>
          <p:nvPr>
            <p:ph idx="1" type="body"/>
          </p:nvPr>
        </p:nvSpPr>
        <p:spPr>
          <a:xfrm>
            <a:off x="1943098" y="2358190"/>
            <a:ext cx="9402681" cy="6581274"/>
          </a:xfrm>
          <a:prstGeom prst="rect">
            <a:avLst/>
          </a:prstGeom>
          <a:solidFill>
            <a:schemeClr val="lt1"/>
          </a:solidFill>
          <a:ln cap="flat" cmpd="sng" w="15875">
            <a:solidFill>
              <a:schemeClr val="accent4"/>
            </a:solidFill>
            <a:prstDash val="solid"/>
            <a:round/>
            <a:headEnd len="sm" w="sm" type="none"/>
            <a:tailEnd len="sm" w="sm" type="none"/>
          </a:ln>
        </p:spPr>
        <p:txBody>
          <a:bodyPr anchorCtr="0" anchor="t" bIns="45700" lIns="91425" spcFirstLastPara="1" rIns="91425" wrap="square" tIns="45700">
            <a:normAutofit fontScale="85000" lnSpcReduction="10000"/>
          </a:bodyPr>
          <a:lstStyle/>
          <a:p>
            <a:pPr indent="-342936" lvl="0" marL="342900" marR="0" rtl="0" algn="l">
              <a:spcBef>
                <a:spcPts val="0"/>
              </a:spcBef>
              <a:spcAft>
                <a:spcPts val="0"/>
              </a:spcAft>
              <a:buClr>
                <a:schemeClr val="accent1"/>
              </a:buClr>
              <a:buSzPct val="115000"/>
              <a:buFont typeface="Arial"/>
              <a:buChar char="•"/>
            </a:pPr>
            <a:r>
              <a:rPr b="1" i="0" lang="en-US" sz="3150" u="none" cap="none" strike="noStrike">
                <a:solidFill>
                  <a:srgbClr val="002060"/>
                </a:solidFill>
                <a:latin typeface="Garamond"/>
                <a:ea typeface="Garamond"/>
                <a:cs typeface="Garamond"/>
                <a:sym typeface="Garamond"/>
              </a:rPr>
              <a:t>Imported Libraries</a:t>
            </a:r>
            <a:r>
              <a:rPr b="0" i="0" lang="en-US" sz="3150" u="none" cap="none" strike="noStrike">
                <a:solidFill>
                  <a:srgbClr val="002060"/>
                </a:solidFill>
                <a:latin typeface="Garamond"/>
                <a:ea typeface="Garamond"/>
                <a:cs typeface="Garamond"/>
                <a:sym typeface="Garamond"/>
              </a:rPr>
              <a:t>:</a:t>
            </a:r>
            <a:endParaRPr/>
          </a:p>
          <a:p>
            <a:pPr indent="0" lvl="0" marL="0" marR="0" rtl="0" algn="l">
              <a:spcBef>
                <a:spcPts val="1059"/>
              </a:spcBef>
              <a:spcAft>
                <a:spcPts val="0"/>
              </a:spcAft>
              <a:buClr>
                <a:schemeClr val="accent1"/>
              </a:buClr>
              <a:buSzPct val="115000"/>
              <a:buFont typeface="Arial"/>
              <a:buNone/>
            </a:pPr>
            <a:r>
              <a:rPr b="0" i="0" lang="en-US" sz="2700" u="none" cap="none" strike="noStrike">
                <a:solidFill>
                  <a:srgbClr val="000000"/>
                </a:solidFill>
                <a:latin typeface="Garamond"/>
                <a:ea typeface="Garamond"/>
                <a:cs typeface="Garamond"/>
                <a:sym typeface="Garamond"/>
              </a:rPr>
              <a:t>🡪Imported numpy for numerical operations.</a:t>
            </a:r>
            <a:endParaRPr/>
          </a:p>
          <a:p>
            <a:pPr indent="0" lvl="0" marL="0" marR="0" rtl="0" algn="l">
              <a:spcBef>
                <a:spcPts val="1059"/>
              </a:spcBef>
              <a:spcAft>
                <a:spcPts val="0"/>
              </a:spcAft>
              <a:buClr>
                <a:schemeClr val="accent1"/>
              </a:buClr>
              <a:buSzPct val="115000"/>
              <a:buFont typeface="Arial"/>
              <a:buNone/>
            </a:pPr>
            <a:r>
              <a:rPr b="0" i="0" lang="en-US" sz="2700" u="none" cap="none" strike="noStrike">
                <a:solidFill>
                  <a:srgbClr val="000000"/>
                </a:solidFill>
                <a:latin typeface="Garamond"/>
                <a:ea typeface="Garamond"/>
                <a:cs typeface="Garamond"/>
                <a:sym typeface="Garamond"/>
              </a:rPr>
              <a:t>🡪Imported matplotlib.pyplot for plotting.</a:t>
            </a:r>
            <a:endParaRPr/>
          </a:p>
          <a:p>
            <a:pPr indent="-342936" lvl="0" marL="342900" marR="0" rtl="0" algn="l">
              <a:spcBef>
                <a:spcPts val="1135"/>
              </a:spcBef>
              <a:spcAft>
                <a:spcPts val="0"/>
              </a:spcAft>
              <a:buClr>
                <a:schemeClr val="accent1"/>
              </a:buClr>
              <a:buSzPct val="115000"/>
              <a:buFont typeface="Arial"/>
              <a:buChar char="•"/>
            </a:pPr>
            <a:r>
              <a:rPr b="1" i="0" lang="en-US" sz="3150" u="none" cap="none" strike="noStrike">
                <a:solidFill>
                  <a:srgbClr val="002060"/>
                </a:solidFill>
                <a:latin typeface="Garamond"/>
                <a:ea typeface="Garamond"/>
                <a:cs typeface="Garamond"/>
                <a:sym typeface="Garamond"/>
              </a:rPr>
              <a:t>Defined a Discrete Random Variable</a:t>
            </a:r>
            <a:r>
              <a:rPr b="0" i="0" lang="en-US" sz="3150" u="none" cap="none" strike="noStrike">
                <a:solidFill>
                  <a:srgbClr val="002060"/>
                </a:solidFill>
                <a:latin typeface="Garamond"/>
                <a:ea typeface="Garamond"/>
                <a:cs typeface="Garamond"/>
                <a:sym typeface="Garamond"/>
              </a:rPr>
              <a:t>:</a:t>
            </a:r>
            <a:endParaRPr/>
          </a:p>
          <a:p>
            <a:pPr indent="0" lvl="0" marL="0" marR="0" rtl="0" algn="l">
              <a:spcBef>
                <a:spcPts val="1059"/>
              </a:spcBef>
              <a:spcAft>
                <a:spcPts val="0"/>
              </a:spcAft>
              <a:buClr>
                <a:schemeClr val="accent1"/>
              </a:buClr>
              <a:buSzPct val="115000"/>
              <a:buFont typeface="Arial"/>
              <a:buNone/>
            </a:pPr>
            <a:r>
              <a:rPr b="0" i="0" lang="en-US" sz="2700" u="none" cap="none" strike="noStrike">
                <a:solidFill>
                  <a:srgbClr val="000000"/>
                </a:solidFill>
                <a:latin typeface="Garamond"/>
                <a:ea typeface="Garamond"/>
                <a:cs typeface="Garamond"/>
                <a:sym typeface="Garamond"/>
              </a:rPr>
              <a:t>🡪Represented a die roll with outcomes from 1 to 6 (X).</a:t>
            </a:r>
            <a:endParaRPr/>
          </a:p>
          <a:p>
            <a:pPr indent="0" lvl="0" marL="0" marR="0" rtl="0" algn="l">
              <a:spcBef>
                <a:spcPts val="1059"/>
              </a:spcBef>
              <a:spcAft>
                <a:spcPts val="0"/>
              </a:spcAft>
              <a:buClr>
                <a:schemeClr val="accent1"/>
              </a:buClr>
              <a:buSzPct val="115000"/>
              <a:buFont typeface="Arial"/>
              <a:buNone/>
            </a:pPr>
            <a:r>
              <a:rPr b="0" i="0" lang="en-US" sz="2700" u="none" cap="none" strike="noStrike">
                <a:solidFill>
                  <a:srgbClr val="000000"/>
                </a:solidFill>
                <a:latin typeface="Garamond"/>
                <a:ea typeface="Garamond"/>
                <a:cs typeface="Garamond"/>
                <a:sym typeface="Garamond"/>
              </a:rPr>
              <a:t>🡪Assigned equal probabilities (P_X) for each outcome, representing a fair die.</a:t>
            </a:r>
            <a:endParaRPr/>
          </a:p>
          <a:p>
            <a:pPr indent="-342900" lvl="0" marL="342900" marR="0" rtl="0" algn="l">
              <a:spcBef>
                <a:spcPts val="1212"/>
              </a:spcBef>
              <a:spcAft>
                <a:spcPts val="0"/>
              </a:spcAft>
              <a:buClr>
                <a:schemeClr val="accent1"/>
              </a:buClr>
              <a:buSzPct val="115000"/>
              <a:buFont typeface="Arial"/>
              <a:buChar char="•"/>
            </a:pPr>
            <a:r>
              <a:rPr b="1" i="0" lang="en-US" sz="3600" u="none" cap="none" strike="noStrike">
                <a:solidFill>
                  <a:srgbClr val="002060"/>
                </a:solidFill>
                <a:latin typeface="Garamond"/>
                <a:ea typeface="Garamond"/>
                <a:cs typeface="Garamond"/>
                <a:sym typeface="Garamond"/>
              </a:rPr>
              <a:t>Calculated Expected Value and Variance</a:t>
            </a:r>
            <a:r>
              <a:rPr b="0" i="0" lang="en-US" sz="3600" u="none" cap="none" strike="noStrike">
                <a:solidFill>
                  <a:srgbClr val="002060"/>
                </a:solidFill>
                <a:latin typeface="Garamond"/>
                <a:ea typeface="Garamond"/>
                <a:cs typeface="Garamond"/>
                <a:sym typeface="Garamond"/>
              </a:rPr>
              <a:t>:</a:t>
            </a:r>
            <a:endParaRPr/>
          </a:p>
          <a:p>
            <a:pPr indent="0" lvl="0" marL="0" marR="0" rtl="0" algn="l">
              <a:spcBef>
                <a:spcPts val="1059"/>
              </a:spcBef>
              <a:spcAft>
                <a:spcPts val="0"/>
              </a:spcAft>
              <a:buClr>
                <a:schemeClr val="accent1"/>
              </a:buClr>
              <a:buSzPct val="115000"/>
              <a:buFont typeface="Arial"/>
              <a:buNone/>
            </a:pPr>
            <a:r>
              <a:rPr b="0" i="0" lang="en-US" sz="2700" u="none" cap="none" strike="noStrike">
                <a:solidFill>
                  <a:srgbClr val="000000"/>
                </a:solidFill>
                <a:latin typeface="Garamond"/>
                <a:ea typeface="Garamond"/>
                <a:cs typeface="Garamond"/>
                <a:sym typeface="Garamond"/>
              </a:rPr>
              <a:t>🡪Computed the expected value (mean) of the die roll.</a:t>
            </a:r>
            <a:endParaRPr/>
          </a:p>
          <a:p>
            <a:pPr indent="0" lvl="0" marL="0" marR="0" rtl="0" algn="l">
              <a:spcBef>
                <a:spcPts val="1059"/>
              </a:spcBef>
              <a:spcAft>
                <a:spcPts val="0"/>
              </a:spcAft>
              <a:buClr>
                <a:schemeClr val="accent1"/>
              </a:buClr>
              <a:buSzPct val="115000"/>
              <a:buFont typeface="Arial"/>
              <a:buNone/>
            </a:pPr>
            <a:r>
              <a:rPr b="0" i="0" lang="en-US" sz="2700" u="none" cap="none" strike="noStrike">
                <a:solidFill>
                  <a:srgbClr val="000000"/>
                </a:solidFill>
                <a:latin typeface="Garamond"/>
                <a:ea typeface="Garamond"/>
                <a:cs typeface="Garamond"/>
                <a:sym typeface="Garamond"/>
              </a:rPr>
              <a:t>🡪Calculated the variance to measure the spread of outcomes.</a:t>
            </a:r>
            <a:endParaRPr/>
          </a:p>
          <a:p>
            <a:pPr indent="-285750" lvl="0" marL="285750" marR="0" rtl="0" algn="l">
              <a:spcBef>
                <a:spcPts val="1212"/>
              </a:spcBef>
              <a:spcAft>
                <a:spcPts val="0"/>
              </a:spcAft>
              <a:buClr>
                <a:schemeClr val="accent1"/>
              </a:buClr>
              <a:buSzPct val="115000"/>
              <a:buFont typeface="Arial"/>
              <a:buChar char="•"/>
            </a:pPr>
            <a:r>
              <a:rPr b="1" i="0" lang="en-US" sz="3600" u="none" cap="none" strike="noStrike">
                <a:solidFill>
                  <a:srgbClr val="002060"/>
                </a:solidFill>
                <a:latin typeface="Garamond"/>
                <a:ea typeface="Garamond"/>
                <a:cs typeface="Garamond"/>
                <a:sym typeface="Garamond"/>
              </a:rPr>
              <a:t>Printed Results</a:t>
            </a:r>
            <a:r>
              <a:rPr b="0" i="0" lang="en-US" sz="3600" u="none" cap="none" strike="noStrike">
                <a:solidFill>
                  <a:srgbClr val="002060"/>
                </a:solidFill>
                <a:latin typeface="Garamond"/>
                <a:ea typeface="Garamond"/>
                <a:cs typeface="Garamond"/>
                <a:sym typeface="Garamond"/>
              </a:rPr>
              <a:t>:</a:t>
            </a:r>
            <a:endParaRPr/>
          </a:p>
          <a:p>
            <a:pPr indent="0" lvl="0" marL="0" marR="0" rtl="0" algn="l">
              <a:spcBef>
                <a:spcPts val="1059"/>
              </a:spcBef>
              <a:spcAft>
                <a:spcPts val="0"/>
              </a:spcAft>
              <a:buClr>
                <a:schemeClr val="accent1"/>
              </a:buClr>
              <a:buSzPct val="115000"/>
              <a:buFont typeface="Arial"/>
              <a:buNone/>
            </a:pPr>
            <a:r>
              <a:rPr b="0" i="0" lang="en-US" sz="2700" u="none" cap="none" strike="noStrike">
                <a:solidFill>
                  <a:srgbClr val="000000"/>
                </a:solidFill>
                <a:latin typeface="Garamond"/>
                <a:ea typeface="Garamond"/>
                <a:cs typeface="Garamond"/>
                <a:sym typeface="Garamond"/>
              </a:rPr>
              <a:t>🡪Displayed the expected value and variance in the output.</a:t>
            </a:r>
            <a:endParaRPr/>
          </a:p>
          <a:p>
            <a:pPr indent="-342936" lvl="0" marL="342900" marR="0" rtl="0" algn="l">
              <a:spcBef>
                <a:spcPts val="1135"/>
              </a:spcBef>
              <a:spcAft>
                <a:spcPts val="0"/>
              </a:spcAft>
              <a:buClr>
                <a:schemeClr val="accent1"/>
              </a:buClr>
              <a:buSzPct val="115000"/>
              <a:buFont typeface="Arial"/>
              <a:buChar char="•"/>
            </a:pPr>
            <a:r>
              <a:rPr b="1" i="0" lang="en-US" sz="3150" u="none" cap="none" strike="noStrike">
                <a:solidFill>
                  <a:srgbClr val="002060"/>
                </a:solidFill>
                <a:latin typeface="Garamond"/>
                <a:ea typeface="Garamond"/>
                <a:cs typeface="Garamond"/>
                <a:sym typeface="Garamond"/>
              </a:rPr>
              <a:t>Plotted the Probability Mass Function (PMF)</a:t>
            </a:r>
            <a:r>
              <a:rPr b="0" i="0" lang="en-US" sz="3150" u="none" cap="none" strike="noStrike">
                <a:solidFill>
                  <a:srgbClr val="002060"/>
                </a:solidFill>
                <a:latin typeface="Garamond"/>
                <a:ea typeface="Garamond"/>
                <a:cs typeface="Garamond"/>
                <a:sym typeface="Garamond"/>
              </a:rPr>
              <a:t>:</a:t>
            </a:r>
            <a:endParaRPr/>
          </a:p>
          <a:p>
            <a:pPr indent="0" lvl="0" marL="0" marR="0" rtl="0" algn="l">
              <a:spcBef>
                <a:spcPts val="1059"/>
              </a:spcBef>
              <a:spcAft>
                <a:spcPts val="0"/>
              </a:spcAft>
              <a:buClr>
                <a:schemeClr val="accent1"/>
              </a:buClr>
              <a:buSzPct val="115000"/>
              <a:buFont typeface="Arial"/>
              <a:buNone/>
            </a:pPr>
            <a:r>
              <a:rPr b="0" i="0" lang="en-US" sz="2700" u="none" cap="none" strike="noStrike">
                <a:solidFill>
                  <a:srgbClr val="000000"/>
                </a:solidFill>
                <a:latin typeface="Garamond"/>
                <a:ea typeface="Garamond"/>
                <a:cs typeface="Garamond"/>
                <a:sym typeface="Garamond"/>
              </a:rPr>
              <a:t>🡪Created a bar chart showing the probabilities of each die roll outcome.</a:t>
            </a:r>
            <a:endParaRPr/>
          </a:p>
          <a:p>
            <a:pPr indent="0" lvl="0" marL="0" rtl="0" algn="ctr">
              <a:spcBef>
                <a:spcPts val="1059"/>
              </a:spcBef>
              <a:spcAft>
                <a:spcPts val="0"/>
              </a:spcAft>
              <a:buSzPct val="115000"/>
              <a:buNone/>
            </a:pPr>
            <a:r>
              <a:t/>
            </a:r>
            <a:endParaRPr b="0" i="0" sz="2700" u="none" cap="none" strike="noStrike">
              <a:solidFill>
                <a:srgbClr val="000000"/>
              </a:solidFill>
              <a:latin typeface="Garamond"/>
              <a:ea typeface="Garamond"/>
              <a:cs typeface="Garamond"/>
              <a:sym typeface="Garamond"/>
            </a:endParaRPr>
          </a:p>
        </p:txBody>
      </p:sp>
      <p:pic>
        <p:nvPicPr>
          <p:cNvPr descr="197,200+ Child Thinking Stock Photos, Pictures &amp; Royalty ..." id="438" name="Google Shape;438;p41"/>
          <p:cNvPicPr preferRelativeResize="0"/>
          <p:nvPr>
            <p:ph idx="2" type="pic"/>
          </p:nvPr>
        </p:nvPicPr>
        <p:blipFill rotWithShape="1">
          <a:blip r:embed="rId4">
            <a:alphaModFix/>
          </a:blip>
          <a:srcRect b="0" l="28613" r="28613" t="0"/>
          <a:stretch/>
        </p:blipFill>
        <p:spPr>
          <a:xfrm>
            <a:off x="11490156" y="1249279"/>
            <a:ext cx="5510461" cy="7735140"/>
          </a:xfrm>
          <a:prstGeom prst="rect">
            <a:avLst/>
          </a:prstGeom>
          <a:noFill/>
          <a:ln cap="flat" cmpd="thickThin" w="57150">
            <a:solidFill>
              <a:srgbClr val="7F7F7F"/>
            </a:solidFill>
            <a:prstDash val="solid"/>
            <a:miter lim="800000"/>
            <a:headEnd len="sm" w="sm" type="none"/>
            <a:tailEnd len="sm" w="sm" type="none"/>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2"/>
          <p:cNvSpPr txBox="1"/>
          <p:nvPr>
            <p:ph type="title"/>
          </p:nvPr>
        </p:nvSpPr>
        <p:spPr>
          <a:xfrm>
            <a:off x="1940716" y="1660357"/>
            <a:ext cx="5577682" cy="2479843"/>
          </a:xfrm>
          <a:prstGeom prst="rect">
            <a:avLst/>
          </a:prstGeom>
          <a:blipFill rotWithShape="1">
            <a:blip r:embed="rId3">
              <a:alphaModFix/>
            </a:blip>
            <a:tile algn="tl" flip="none" tx="0" sx="100000" ty="0" sy="100000"/>
          </a:blip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lt1"/>
              </a:buClr>
              <a:buSzPts val="4800"/>
              <a:buFont typeface="Garamond"/>
              <a:buNone/>
            </a:pPr>
            <a:r>
              <a:rPr b="1" i="0" lang="en-US" sz="4800" u="none" cap="none" strike="noStrike">
                <a:solidFill>
                  <a:schemeClr val="lt1"/>
                </a:solidFill>
                <a:latin typeface="Garamond"/>
                <a:ea typeface="Garamond"/>
                <a:cs typeface="Garamond"/>
                <a:sym typeface="Garamond"/>
              </a:rPr>
              <a:t>OUTPUT OF </a:t>
            </a:r>
            <a:br>
              <a:rPr b="1" i="0" lang="en-US" sz="4800" u="none" cap="none" strike="noStrike">
                <a:solidFill>
                  <a:schemeClr val="lt1"/>
                </a:solidFill>
                <a:latin typeface="Garamond"/>
                <a:ea typeface="Garamond"/>
                <a:cs typeface="Garamond"/>
                <a:sym typeface="Garamond"/>
              </a:rPr>
            </a:br>
            <a:r>
              <a:rPr b="1" i="0" lang="en-US" sz="4800" u="none" cap="none" strike="noStrike">
                <a:solidFill>
                  <a:schemeClr val="lt1"/>
                </a:solidFill>
                <a:latin typeface="Garamond"/>
                <a:ea typeface="Garamond"/>
                <a:cs typeface="Garamond"/>
                <a:sym typeface="Garamond"/>
              </a:rPr>
              <a:t>OUR CODE</a:t>
            </a:r>
            <a:endParaRPr/>
          </a:p>
        </p:txBody>
      </p:sp>
      <p:sp>
        <p:nvSpPr>
          <p:cNvPr id="444" name="Google Shape;444;p42"/>
          <p:cNvSpPr txBox="1"/>
          <p:nvPr>
            <p:ph idx="2" type="body"/>
          </p:nvPr>
        </p:nvSpPr>
        <p:spPr>
          <a:xfrm>
            <a:off x="1940716" y="4546597"/>
            <a:ext cx="5577682" cy="365760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4140"/>
              <a:buNone/>
            </a:pPr>
            <a:r>
              <a:rPr b="1" lang="en-US" sz="3600"/>
              <a:t>Expected Value</a:t>
            </a:r>
            <a:r>
              <a:rPr lang="en-US" sz="3600"/>
              <a:t>:</a:t>
            </a:r>
            <a:endParaRPr/>
          </a:p>
          <a:p>
            <a:pPr indent="0" lvl="0" marL="0" rtl="0" algn="ctr">
              <a:spcBef>
                <a:spcPts val="1320"/>
              </a:spcBef>
              <a:spcAft>
                <a:spcPts val="0"/>
              </a:spcAft>
              <a:buSzPts val="4140"/>
              <a:buNone/>
            </a:pPr>
            <a:r>
              <a:rPr lang="en-US" sz="3600"/>
              <a:t> 3.5</a:t>
            </a:r>
            <a:endParaRPr/>
          </a:p>
          <a:p>
            <a:pPr indent="0" lvl="0" marL="0" rtl="0" algn="l">
              <a:spcBef>
                <a:spcPts val="1320"/>
              </a:spcBef>
              <a:spcAft>
                <a:spcPts val="0"/>
              </a:spcAft>
              <a:buSzPts val="4140"/>
              <a:buNone/>
            </a:pPr>
            <a:r>
              <a:rPr b="1" lang="en-US" sz="3600"/>
              <a:t>Variance</a:t>
            </a:r>
            <a:r>
              <a:rPr lang="en-US" sz="3600"/>
              <a:t>: </a:t>
            </a:r>
            <a:endParaRPr/>
          </a:p>
          <a:p>
            <a:pPr indent="0" lvl="0" marL="0" rtl="0" algn="ctr">
              <a:spcBef>
                <a:spcPts val="1320"/>
              </a:spcBef>
              <a:spcAft>
                <a:spcPts val="0"/>
              </a:spcAft>
              <a:buSzPts val="4140"/>
              <a:buNone/>
            </a:pPr>
            <a:r>
              <a:rPr lang="en-US" sz="3600"/>
              <a:t>2.92</a:t>
            </a:r>
            <a:endParaRPr/>
          </a:p>
          <a:p>
            <a:pPr indent="0" lvl="0" marL="0" rtl="0" algn="ctr">
              <a:spcBef>
                <a:spcPts val="1020"/>
              </a:spcBef>
              <a:spcAft>
                <a:spcPts val="0"/>
              </a:spcAft>
              <a:buSzPts val="2415"/>
              <a:buNone/>
            </a:pPr>
            <a:r>
              <a:t/>
            </a:r>
            <a:endParaRPr sz="2100"/>
          </a:p>
        </p:txBody>
      </p:sp>
      <p:pic>
        <p:nvPicPr>
          <p:cNvPr id="445" name="Google Shape;445;p42"/>
          <p:cNvPicPr preferRelativeResize="0"/>
          <p:nvPr>
            <p:ph idx="1" type="body"/>
          </p:nvPr>
        </p:nvPicPr>
        <p:blipFill rotWithShape="1">
          <a:blip r:embed="rId4">
            <a:alphaModFix/>
          </a:blip>
          <a:srcRect b="0" l="0" r="0" t="0"/>
          <a:stretch/>
        </p:blipFill>
        <p:spPr>
          <a:xfrm>
            <a:off x="8127207" y="1605894"/>
            <a:ext cx="8205787" cy="707521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pic>
        <p:nvPicPr>
          <p:cNvPr descr="thank you for your attention! ANY QUESTIONS? Don't ask hard question -  Willy Wonka Sarcasm Meme Meme Generator" id="450" name="Google Shape;450;p43"/>
          <p:cNvPicPr preferRelativeResize="0"/>
          <p:nvPr/>
        </p:nvPicPr>
        <p:blipFill rotWithShape="1">
          <a:blip r:embed="rId3">
            <a:alphaModFix/>
          </a:blip>
          <a:srcRect b="0" l="0" r="0" t="0"/>
          <a:stretch/>
        </p:blipFill>
        <p:spPr>
          <a:xfrm>
            <a:off x="4940718" y="1695909"/>
            <a:ext cx="8342145" cy="6951787"/>
          </a:xfrm>
          <a:prstGeom prst="rect">
            <a:avLst/>
          </a:prstGeom>
          <a:noFill/>
          <a:ln cap="sq" cmpd="thickThin" w="228600">
            <a:solidFill>
              <a:srgbClr val="000000"/>
            </a:solidFill>
            <a:prstDash val="solid"/>
            <a:miter lim="800000"/>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